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theme/theme7.xml" ContentType="application/vnd.openxmlformats-officedocument.theme+xml"/>
  <Override PartName="/ppt/slideLayouts/slideLayout8.xml" ContentType="application/vnd.openxmlformats-officedocument.presentationml.slideLayout+xml"/>
  <Override PartName="/ppt/theme/theme8.xml" ContentType="application/vnd.openxmlformats-officedocument.theme+xml"/>
  <Override PartName="/ppt/slideLayouts/slideLayout9.xml" ContentType="application/vnd.openxmlformats-officedocument.presentationml.slideLayout+xml"/>
  <Override PartName="/ppt/theme/theme9.xml" ContentType="application/vnd.openxmlformats-officedocument.theme+xml"/>
  <Override PartName="/ppt/slideLayouts/slideLayout10.xml" ContentType="application/vnd.openxmlformats-officedocument.presentationml.slideLayout+xml"/>
  <Override PartName="/ppt/theme/theme10.xml" ContentType="application/vnd.openxmlformats-officedocument.theme+xml"/>
  <Override PartName="/ppt/slideLayouts/slideLayout11.xml" ContentType="application/vnd.openxmlformats-officedocument.presentationml.slideLayout+xml"/>
  <Override PartName="/ppt/theme/theme11.xml" ContentType="application/vnd.openxmlformats-officedocument.theme+xml"/>
  <Override PartName="/ppt/slideLayouts/slideLayout12.xml" ContentType="application/vnd.openxmlformats-officedocument.presentationml.slideLayout+xml"/>
  <Override PartName="/ppt/theme/theme12.xml" ContentType="application/vnd.openxmlformats-officedocument.theme+xml"/>
  <Override PartName="/ppt/slideLayouts/slideLayout13.xml" ContentType="application/vnd.openxmlformats-officedocument.presentationml.slideLayout+xml"/>
  <Override PartName="/ppt/theme/theme13.xml" ContentType="application/vnd.openxmlformats-officedocument.theme+xml"/>
  <Override PartName="/ppt/slideLayouts/slideLayout14.xml" ContentType="application/vnd.openxmlformats-officedocument.presentationml.slideLayout+xml"/>
  <Override PartName="/ppt/theme/theme14.xml" ContentType="application/vnd.openxmlformats-officedocument.theme+xml"/>
  <Override PartName="/ppt/slideLayouts/slideLayout15.xml" ContentType="application/vnd.openxmlformats-officedocument.presentationml.slideLayout+xml"/>
  <Override PartName="/ppt/theme/theme15.xml" ContentType="application/vnd.openxmlformats-officedocument.theme+xml"/>
  <Override PartName="/ppt/slideLayouts/slideLayout16.xml" ContentType="application/vnd.openxmlformats-officedocument.presentationml.slideLayout+xml"/>
  <Override PartName="/ppt/theme/theme16.xml" ContentType="application/vnd.openxmlformats-officedocument.theme+xml"/>
  <Override PartName="/ppt/slideLayouts/slideLayout17.xml" ContentType="application/vnd.openxmlformats-officedocument.presentationml.slideLayout+xml"/>
  <Override PartName="/ppt/theme/theme17.xml" ContentType="application/vnd.openxmlformats-officedocument.theme+xml"/>
  <Override PartName="/ppt/slideLayouts/slideLayout18.xml" ContentType="application/vnd.openxmlformats-officedocument.presentationml.slideLayout+xml"/>
  <Override PartName="/ppt/theme/theme18.xml" ContentType="application/vnd.openxmlformats-officedocument.theme+xml"/>
  <Override PartName="/ppt/slideLayouts/slideLayout19.xml" ContentType="application/vnd.openxmlformats-officedocument.presentationml.slideLayout+xml"/>
  <Override PartName="/ppt/theme/theme19.xml" ContentType="application/vnd.openxmlformats-officedocument.theme+xml"/>
  <Override PartName="/ppt/slideLayouts/slideLayout20.xml" ContentType="application/vnd.openxmlformats-officedocument.presentationml.slideLayout+xml"/>
  <Override PartName="/ppt/theme/theme20.xml" ContentType="application/vnd.openxmlformats-officedocument.theme+xml"/>
  <Override PartName="/ppt/slideLayouts/slideLayout21.xml" ContentType="application/vnd.openxmlformats-officedocument.presentationml.slideLayout+xml"/>
  <Override PartName="/ppt/theme/theme21.xml" ContentType="application/vnd.openxmlformats-officedocument.theme+xml"/>
  <Override PartName="/ppt/slideLayouts/slideLayout22.xml" ContentType="application/vnd.openxmlformats-officedocument.presentationml.slideLayout+xml"/>
  <Override PartName="/ppt/theme/theme22.xml" ContentType="application/vnd.openxmlformats-officedocument.theme+xml"/>
  <Override PartName="/ppt/slideLayouts/slideLayout23.xml" ContentType="application/vnd.openxmlformats-officedocument.presentationml.slideLayout+xml"/>
  <Override PartName="/ppt/theme/theme23.xml" ContentType="application/vnd.openxmlformats-officedocument.theme+xml"/>
  <Override PartName="/ppt/slideLayouts/slideLayout24.xml" ContentType="application/vnd.openxmlformats-officedocument.presentationml.slideLayout+xml"/>
  <Override PartName="/ppt/theme/theme24.xml" ContentType="application/vnd.openxmlformats-officedocument.theme+xml"/>
  <Override PartName="/ppt/slideLayouts/slideLayout25.xml" ContentType="application/vnd.openxmlformats-officedocument.presentationml.slideLayout+xml"/>
  <Override PartName="/ppt/theme/theme25.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6" r:id="rId5"/>
    <p:sldMasterId id="2147483658" r:id="rId6"/>
    <p:sldMasterId id="2147483660" r:id="rId7"/>
    <p:sldMasterId id="2147483662" r:id="rId8"/>
    <p:sldMasterId id="2147483664" r:id="rId9"/>
    <p:sldMasterId id="2147483666" r:id="rId10"/>
    <p:sldMasterId id="2147483668" r:id="rId11"/>
    <p:sldMasterId id="2147483670" r:id="rId12"/>
    <p:sldMasterId id="2147483672" r:id="rId13"/>
    <p:sldMasterId id="2147483674" r:id="rId14"/>
    <p:sldMasterId id="2147483676" r:id="rId15"/>
    <p:sldMasterId id="2147483678" r:id="rId16"/>
    <p:sldMasterId id="2147483680" r:id="rId17"/>
    <p:sldMasterId id="2147483682" r:id="rId18"/>
    <p:sldMasterId id="2147483684" r:id="rId19"/>
    <p:sldMasterId id="2147483686" r:id="rId20"/>
    <p:sldMasterId id="2147483688" r:id="rId21"/>
    <p:sldMasterId id="2147483690" r:id="rId22"/>
    <p:sldMasterId id="2147483692" r:id="rId23"/>
    <p:sldMasterId id="2147483694" r:id="rId24"/>
    <p:sldMasterId id="2147483696" r:id="rId25"/>
  </p:sldMasterIdLst>
  <p:sldIdLst>
    <p:sldId id="256" r:id="rId26"/>
    <p:sldId id="257" r:id="rId27"/>
    <p:sldId id="258" r:id="rId28"/>
    <p:sldId id="259" r:id="rId29"/>
    <p:sldId id="260" r:id="rId30"/>
    <p:sldId id="261" r:id="rId31"/>
    <p:sldId id="262" r:id="rId32"/>
    <p:sldId id="263" r:id="rId33"/>
    <p:sldId id="264" r:id="rId34"/>
    <p:sldId id="265" r:id="rId35"/>
    <p:sldId id="266" r:id="rId36"/>
    <p:sldId id="267" r:id="rId37"/>
    <p:sldId id="268" r:id="rId38"/>
    <p:sldId id="269" r:id="rId39"/>
    <p:sldId id="270" r:id="rId40"/>
    <p:sldId id="271" r:id="rId41"/>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4660"/>
  </p:normalViewPr>
  <p:slideViewPr>
    <p:cSldViewPr snapToGrid="0">
      <p:cViewPr varScale="1">
        <p:scale>
          <a:sx n="103" d="100"/>
          <a:sy n="103" d="100"/>
        </p:scale>
        <p:origin x="1013"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Master" Target="slideMasters/slideMaster18.xml"/><Relationship Id="rId26" Type="http://schemas.openxmlformats.org/officeDocument/2006/relationships/slide" Target="slides/slide1.xml"/><Relationship Id="rId39" Type="http://schemas.openxmlformats.org/officeDocument/2006/relationships/slide" Target="slides/slide14.xml"/><Relationship Id="rId21" Type="http://schemas.openxmlformats.org/officeDocument/2006/relationships/slideMaster" Target="slideMasters/slideMaster21.xml"/><Relationship Id="rId34" Type="http://schemas.openxmlformats.org/officeDocument/2006/relationships/slide" Target="slides/slide9.xml"/><Relationship Id="rId42" Type="http://schemas.openxmlformats.org/officeDocument/2006/relationships/presProps" Target="pres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9" Type="http://schemas.openxmlformats.org/officeDocument/2006/relationships/slide" Target="slides/slide4.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Master" Target="slideMasters/slideMaster24.xml"/><Relationship Id="rId32" Type="http://schemas.openxmlformats.org/officeDocument/2006/relationships/slide" Target="slides/slide7.xml"/><Relationship Id="rId37" Type="http://schemas.openxmlformats.org/officeDocument/2006/relationships/slide" Target="slides/slide12.xml"/><Relationship Id="rId40" Type="http://schemas.openxmlformats.org/officeDocument/2006/relationships/slide" Target="slides/slide15.xml"/><Relationship Id="rId45"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Master" Target="slideMasters/slideMaster23.xml"/><Relationship Id="rId28" Type="http://schemas.openxmlformats.org/officeDocument/2006/relationships/slide" Target="slides/slide3.xml"/><Relationship Id="rId36" Type="http://schemas.openxmlformats.org/officeDocument/2006/relationships/slide" Target="slides/slide11.xml"/><Relationship Id="rId10" Type="http://schemas.openxmlformats.org/officeDocument/2006/relationships/slideMaster" Target="slideMasters/slideMaster10.xml"/><Relationship Id="rId19" Type="http://schemas.openxmlformats.org/officeDocument/2006/relationships/slideMaster" Target="slideMasters/slideMaster19.xml"/><Relationship Id="rId31" Type="http://schemas.openxmlformats.org/officeDocument/2006/relationships/slide" Target="slides/slide6.xml"/><Relationship Id="rId44"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Master" Target="slideMasters/slideMaster22.xml"/><Relationship Id="rId27" Type="http://schemas.openxmlformats.org/officeDocument/2006/relationships/slide" Target="slides/slide2.xml"/><Relationship Id="rId30" Type="http://schemas.openxmlformats.org/officeDocument/2006/relationships/slide" Target="slides/slide5.xml"/><Relationship Id="rId35" Type="http://schemas.openxmlformats.org/officeDocument/2006/relationships/slide" Target="slides/slide10.xml"/><Relationship Id="rId43" Type="http://schemas.openxmlformats.org/officeDocument/2006/relationships/viewProps" Target="viewProps.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Master" Target="slideMasters/slideMaster25.xml"/><Relationship Id="rId33" Type="http://schemas.openxmlformats.org/officeDocument/2006/relationships/slide" Target="slides/slide8.xml"/><Relationship Id="rId38" Type="http://schemas.openxmlformats.org/officeDocument/2006/relationships/slide" Target="slides/slide13.xml"/><Relationship Id="rId20" Type="http://schemas.openxmlformats.org/officeDocument/2006/relationships/slideMaster" Target="slideMasters/slideMaster20.xml"/><Relationship Id="rId41"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PlaceHolder 1"/>
          <p:cNvSpPr>
            <a:spLocks noGrp="1"/>
          </p:cNvSpPr>
          <p:nvPr>
            <p:ph type="title"/>
          </p:nvPr>
        </p:nvSpPr>
        <p:spPr>
          <a:xfrm>
            <a:off x="327600" y="240480"/>
            <a:ext cx="5539320" cy="1058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3"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OpenSymbo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_1_1_1_1">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USTOM_10">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USTOM_4">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ONE_COLUMN_TEXT_1">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USTOM_4_1">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USTOM_6">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_7">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8">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USTOM_3_1">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CUSTOM_9">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CUSTOM_9_1">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 preserve="1">
  <p:cSld name="TITLE_AND_BODY">
    <p:spTree>
      <p:nvGrpSpPr>
        <p:cNvPr id="1" name=""/>
        <p:cNvGrpSpPr/>
        <p:nvPr/>
      </p:nvGrpSpPr>
      <p:grpSpPr>
        <a:xfrm>
          <a:off x="0" y="0"/>
          <a:ext cx="0" cy="0"/>
          <a:chOff x="0" y="0"/>
          <a:chExt cx="0" cy="0"/>
        </a:xfrm>
      </p:grpSpPr>
      <p:sp>
        <p:nvSpPr>
          <p:cNvPr id="35" name="PlaceHolder 1"/>
          <p:cNvSpPr>
            <a:spLocks noGrp="1"/>
          </p:cNvSpPr>
          <p:nvPr>
            <p:ph type="title"/>
          </p:nvPr>
        </p:nvSpPr>
        <p:spPr>
          <a:xfrm>
            <a:off x="327600" y="240480"/>
            <a:ext cx="5539320" cy="1058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36"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ITLE_AND_TWO_COLUMNS">
    <p:spTree>
      <p:nvGrpSpPr>
        <p:cNvPr id="1" name=""/>
        <p:cNvGrpSpPr/>
        <p:nvPr/>
      </p:nvGrpSpPr>
      <p:grpSpPr>
        <a:xfrm>
          <a:off x="0" y="0"/>
          <a:ext cx="0" cy="0"/>
          <a:chOff x="0" y="0"/>
          <a:chExt cx="0" cy="0"/>
        </a:xfrm>
      </p:grpSpPr>
      <p:sp>
        <p:nvSpPr>
          <p:cNvPr id="38" name="PlaceHolder 1"/>
          <p:cNvSpPr>
            <a:spLocks noGrp="1"/>
          </p:cNvSpPr>
          <p:nvPr>
            <p:ph type="title"/>
          </p:nvPr>
        </p:nvSpPr>
        <p:spPr>
          <a:xfrm>
            <a:off x="327600" y="240480"/>
            <a:ext cx="5539320" cy="1058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39"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
        <p:nvSpPr>
          <p:cNvPr id="40"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_ONLY">
    <p:spTree>
      <p:nvGrpSpPr>
        <p:cNvPr id="1" name=""/>
        <p:cNvGrpSpPr/>
        <p:nvPr/>
      </p:nvGrpSpPr>
      <p:grpSpPr>
        <a:xfrm>
          <a:off x="0" y="0"/>
          <a:ext cx="0" cy="0"/>
          <a:chOff x="0" y="0"/>
          <a:chExt cx="0" cy="0"/>
        </a:xfrm>
      </p:grpSpPr>
      <p:sp>
        <p:nvSpPr>
          <p:cNvPr id="42" name="PlaceHolder 1"/>
          <p:cNvSpPr>
            <a:spLocks noGrp="1"/>
          </p:cNvSpPr>
          <p:nvPr>
            <p:ph type="title"/>
          </p:nvPr>
        </p:nvSpPr>
        <p:spPr>
          <a:xfrm>
            <a:off x="327600" y="240480"/>
            <a:ext cx="5539320" cy="1058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ONE_COLUMN_TEXT">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MAIN_POINT">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SECTION_TITLE_AND_DESCRIPTION">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CAPTION_ONLY">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simple-light-2">
    <p:spTree>
      <p:nvGrpSpPr>
        <p:cNvPr id="1" name=""/>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CUSTOM_2_1">
    <p:spTree>
      <p:nvGrpSpPr>
        <p:cNvPr id="1" name=""/>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CUSTOM_2_1_1">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11.xml"/></Relationships>
</file>

<file path=ppt/slideMasters/_rels/slideMaster12.xml.rels><?xml version="1.0" encoding="UTF-8" standalone="yes"?>
<Relationships xmlns="http://schemas.openxmlformats.org/package/2006/relationships"><Relationship Id="rId2" Type="http://schemas.openxmlformats.org/officeDocument/2006/relationships/theme" Target="../theme/theme12.xml"/><Relationship Id="rId1" Type="http://schemas.openxmlformats.org/officeDocument/2006/relationships/slideLayout" Target="../slideLayouts/slideLayout12.xml"/></Relationships>
</file>

<file path=ppt/slideMasters/_rels/slideMaster13.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theme" Target="../theme/theme13.xml"/><Relationship Id="rId1" Type="http://schemas.openxmlformats.org/officeDocument/2006/relationships/slideLayout" Target="../slideLayouts/slideLayout13.xml"/><Relationship Id="rId4" Type="http://schemas.openxmlformats.org/officeDocument/2006/relationships/hyperlink" Target="http://bit.ly/2TtBDfr" TargetMode="External"/></Relationships>
</file>

<file path=ppt/slideMasters/_rels/slideMaster14.xml.rels><?xml version="1.0" encoding="UTF-8" standalone="yes"?>
<Relationships xmlns="http://schemas.openxmlformats.org/package/2006/relationships"><Relationship Id="rId2" Type="http://schemas.openxmlformats.org/officeDocument/2006/relationships/theme" Target="../theme/theme14.xml"/><Relationship Id="rId1" Type="http://schemas.openxmlformats.org/officeDocument/2006/relationships/slideLayout" Target="../slideLayouts/slideLayout14.xml"/></Relationships>
</file>

<file path=ppt/slideMasters/_rels/slideMaster15.xml.rels><?xml version="1.0" encoding="UTF-8" standalone="yes"?>
<Relationships xmlns="http://schemas.openxmlformats.org/package/2006/relationships"><Relationship Id="rId2" Type="http://schemas.openxmlformats.org/officeDocument/2006/relationships/theme" Target="../theme/theme15.xml"/><Relationship Id="rId1" Type="http://schemas.openxmlformats.org/officeDocument/2006/relationships/slideLayout" Target="../slideLayouts/slideLayout15.xml"/></Relationships>
</file>

<file path=ppt/slideMasters/_rels/slideMaster16.xml.rels><?xml version="1.0" encoding="UTF-8" standalone="yes"?>
<Relationships xmlns="http://schemas.openxmlformats.org/package/2006/relationships"><Relationship Id="rId2" Type="http://schemas.openxmlformats.org/officeDocument/2006/relationships/theme" Target="../theme/theme16.xml"/><Relationship Id="rId1" Type="http://schemas.openxmlformats.org/officeDocument/2006/relationships/slideLayout" Target="../slideLayouts/slideLayout16.xml"/></Relationships>
</file>

<file path=ppt/slideMasters/_rels/slideMaster17.xml.rels><?xml version="1.0" encoding="UTF-8" standalone="yes"?>
<Relationships xmlns="http://schemas.openxmlformats.org/package/2006/relationships"><Relationship Id="rId2" Type="http://schemas.openxmlformats.org/officeDocument/2006/relationships/theme" Target="../theme/theme17.xml"/><Relationship Id="rId1" Type="http://schemas.openxmlformats.org/officeDocument/2006/relationships/slideLayout" Target="../slideLayouts/slideLayout17.xml"/></Relationships>
</file>

<file path=ppt/slideMasters/_rels/slideMaster18.xml.rels><?xml version="1.0" encoding="UTF-8" standalone="yes"?>
<Relationships xmlns="http://schemas.openxmlformats.org/package/2006/relationships"><Relationship Id="rId2" Type="http://schemas.openxmlformats.org/officeDocument/2006/relationships/theme" Target="../theme/theme18.xml"/><Relationship Id="rId1" Type="http://schemas.openxmlformats.org/officeDocument/2006/relationships/slideLayout" Target="../slideLayouts/slideLayout18.xml"/></Relationships>
</file>

<file path=ppt/slideMasters/_rels/slideMaster19.xml.rels><?xml version="1.0" encoding="UTF-8" standalone="yes"?>
<Relationships xmlns="http://schemas.openxmlformats.org/package/2006/relationships"><Relationship Id="rId2" Type="http://schemas.openxmlformats.org/officeDocument/2006/relationships/theme" Target="../theme/theme19.xml"/><Relationship Id="rId1" Type="http://schemas.openxmlformats.org/officeDocument/2006/relationships/slideLayout" Target="../slideLayouts/slideLayout19.xml"/></Relationships>
</file>

<file path=ppt/slideMasters/_rels/slideMaster20.xml.rels><?xml version="1.0" encoding="UTF-8" standalone="yes"?>
<Relationships xmlns="http://schemas.openxmlformats.org/package/2006/relationships"><Relationship Id="rId2" Type="http://schemas.openxmlformats.org/officeDocument/2006/relationships/theme" Target="../theme/theme20.xml"/><Relationship Id="rId1" Type="http://schemas.openxmlformats.org/officeDocument/2006/relationships/slideLayout" Target="../slideLayouts/slideLayout20.xml"/></Relationships>
</file>

<file path=ppt/slideMasters/_rels/slideMaster21.xml.rels><?xml version="1.0" encoding="UTF-8" standalone="yes"?>
<Relationships xmlns="http://schemas.openxmlformats.org/package/2006/relationships"><Relationship Id="rId2" Type="http://schemas.openxmlformats.org/officeDocument/2006/relationships/theme" Target="../theme/theme21.xml"/><Relationship Id="rId1" Type="http://schemas.openxmlformats.org/officeDocument/2006/relationships/slideLayout" Target="../slideLayouts/slideLayout21.xml"/></Relationships>
</file>

<file path=ppt/slideMasters/_rels/slideMaster22.xml.rels><?xml version="1.0" encoding="UTF-8" standalone="yes"?>
<Relationships xmlns="http://schemas.openxmlformats.org/package/2006/relationships"><Relationship Id="rId2" Type="http://schemas.openxmlformats.org/officeDocument/2006/relationships/theme" Target="../theme/theme22.xml"/><Relationship Id="rId1" Type="http://schemas.openxmlformats.org/officeDocument/2006/relationships/slideLayout" Target="../slideLayouts/slideLayout22.xml"/></Relationships>
</file>

<file path=ppt/slideMasters/_rels/slideMaster23.xml.rels><?xml version="1.0" encoding="UTF-8" standalone="yes"?>
<Relationships xmlns="http://schemas.openxmlformats.org/package/2006/relationships"><Relationship Id="rId2" Type="http://schemas.openxmlformats.org/officeDocument/2006/relationships/theme" Target="../theme/theme23.xml"/><Relationship Id="rId1" Type="http://schemas.openxmlformats.org/officeDocument/2006/relationships/slideLayout" Target="../slideLayouts/slideLayout23.xml"/></Relationships>
</file>

<file path=ppt/slideMasters/_rels/slideMaster24.xml.rels><?xml version="1.0" encoding="UTF-8" standalone="yes"?>
<Relationships xmlns="http://schemas.openxmlformats.org/package/2006/relationships"><Relationship Id="rId2" Type="http://schemas.openxmlformats.org/officeDocument/2006/relationships/theme" Target="../theme/theme24.xml"/><Relationship Id="rId1" Type="http://schemas.openxmlformats.org/officeDocument/2006/relationships/slideLayout" Target="../slideLayouts/slideLayout24.xml"/></Relationships>
</file>

<file path=ppt/slideMasters/_rels/slideMaster25.xml.rels><?xml version="1.0" encoding="UTF-8" standalone="yes"?>
<Relationships xmlns="http://schemas.openxmlformats.org/package/2006/relationships"><Relationship Id="rId2" Type="http://schemas.openxmlformats.org/officeDocument/2006/relationships/theme" Target="../theme/theme25.xml"/><Relationship Id="rId1"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327600" y="200880"/>
            <a:ext cx="4593600" cy="3173040"/>
          </a:xfrm>
          <a:prstGeom prst="rect">
            <a:avLst/>
          </a:prstGeom>
          <a:noFill/>
          <a:ln w="0">
            <a:noFill/>
          </a:ln>
        </p:spPr>
        <p:txBody>
          <a:bodyPr lIns="91440" tIns="91440" rIns="91440" bIns="91440" anchor="t">
            <a:noAutofit/>
          </a:bodyPr>
          <a:lstStyle/>
          <a:p>
            <a:pPr indent="0">
              <a:buNone/>
            </a:pPr>
            <a:r>
              <a:rPr lang="fr-FR" sz="4500" b="0" strike="noStrike" spc="-1">
                <a:solidFill>
                  <a:schemeClr val="dk1"/>
                </a:solidFill>
                <a:latin typeface="Arial"/>
              </a:rPr>
              <a:t>Click to edit the title text format</a:t>
            </a:r>
          </a:p>
        </p:txBody>
      </p:sp>
      <p:sp>
        <p:nvSpPr>
          <p:cNvPr id="3" name="PlaceHolder 2"/>
          <p:cNvSpPr>
            <a:spLocks noGrp="1"/>
          </p:cNvSpPr>
          <p:nvPr>
            <p:ph type="body"/>
          </p:nvPr>
        </p:nvSpPr>
        <p:spPr>
          <a:xfrm>
            <a:off x="5363640" y="0"/>
            <a:ext cx="378036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1284120" y="1341000"/>
            <a:ext cx="6575760" cy="1627920"/>
          </a:xfrm>
          <a:prstGeom prst="rect">
            <a:avLst/>
          </a:prstGeom>
          <a:noFill/>
          <a:ln w="0">
            <a:noFill/>
          </a:ln>
        </p:spPr>
        <p:txBody>
          <a:bodyPr lIns="91440" tIns="91440" rIns="91440" bIns="91440" anchor="b">
            <a:noAutofit/>
          </a:bodyPr>
          <a:lstStyle/>
          <a:p>
            <a:pPr indent="0" algn="ctr">
              <a:lnSpc>
                <a:spcPct val="100000"/>
              </a:lnSpc>
              <a:buNone/>
            </a:pPr>
            <a:r>
              <a:rPr lang="fr-FR" sz="6000" b="0" strike="noStrike" spc="-1">
                <a:solidFill>
                  <a:schemeClr val="dk1"/>
                </a:solidFill>
                <a:latin typeface="Manrope"/>
                <a:ea typeface="Manrope"/>
              </a:rPr>
              <a:t>xx%</a:t>
            </a:r>
            <a:endParaRPr lang="fr-FR" sz="6000" b="0" strike="noStrike" spc="-1">
              <a:solidFill>
                <a:schemeClr val="dk1"/>
              </a:solidFill>
              <a:latin typeface="Arial"/>
            </a:endParaRP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327600" y="251280"/>
            <a:ext cx="7703640" cy="572400"/>
          </a:xfrm>
          <a:prstGeom prst="rect">
            <a:avLst/>
          </a:prstGeom>
          <a:noFill/>
          <a:ln w="0">
            <a:noFill/>
          </a:ln>
        </p:spPr>
        <p:txBody>
          <a:bodyPr lIns="91440" tIns="91440" rIns="91440" bIns="91440" anchor="t">
            <a:noAutofit/>
          </a:bodyPr>
          <a:lstStyle/>
          <a:p>
            <a:pPr indent="0">
              <a:buNone/>
            </a:pPr>
            <a:r>
              <a:rPr lang="fr-FR" sz="2600" b="0" strike="noStrike" spc="-1">
                <a:solidFill>
                  <a:schemeClr val="dk1"/>
                </a:solidFill>
                <a:latin typeface="Arial"/>
              </a:rPr>
              <a:t>Click to edit the title text format</a:t>
            </a:r>
          </a:p>
        </p:txBody>
      </p:sp>
      <p:sp>
        <p:nvSpPr>
          <p:cNvPr id="6" name="PlaceHolder 2"/>
          <p:cNvSpPr>
            <a:spLocks noGrp="1"/>
          </p:cNvSpPr>
          <p:nvPr>
            <p:ph type="title"/>
          </p:nvPr>
        </p:nvSpPr>
        <p:spPr>
          <a:xfrm>
            <a:off x="720000" y="1326600"/>
            <a:ext cx="734400" cy="639720"/>
          </a:xfrm>
          <a:prstGeom prst="rect">
            <a:avLst/>
          </a:prstGeom>
          <a:noFill/>
          <a:ln w="0">
            <a:noFill/>
          </a:ln>
        </p:spPr>
        <p:txBody>
          <a:bodyPr lIns="91440" tIns="91440" rIns="91440" bIns="91440" anchor="b">
            <a:noAutofit/>
          </a:bodyPr>
          <a:lstStyle/>
          <a:p>
            <a:pPr indent="0">
              <a:lnSpc>
                <a:spcPct val="100000"/>
              </a:lnSpc>
              <a:buNone/>
            </a:pPr>
            <a:r>
              <a:rPr lang="fr-FR" sz="4400" b="0" strike="noStrike" spc="-1">
                <a:solidFill>
                  <a:schemeClr val="lt1"/>
                </a:solidFill>
                <a:latin typeface="Carattere"/>
                <a:ea typeface="Carattere"/>
              </a:rPr>
              <a:t>xx%</a:t>
            </a:r>
            <a:endParaRPr lang="fr-FR" sz="4400" b="0" strike="noStrike" spc="-1">
              <a:solidFill>
                <a:schemeClr val="dk1"/>
              </a:solidFill>
              <a:latin typeface="Arial"/>
            </a:endParaRPr>
          </a:p>
        </p:txBody>
      </p:sp>
      <p:sp>
        <p:nvSpPr>
          <p:cNvPr id="7" name="PlaceHolder 3"/>
          <p:cNvSpPr>
            <a:spLocks noGrp="1"/>
          </p:cNvSpPr>
          <p:nvPr>
            <p:ph type="title"/>
          </p:nvPr>
        </p:nvSpPr>
        <p:spPr>
          <a:xfrm>
            <a:off x="720000" y="2947320"/>
            <a:ext cx="734400" cy="639720"/>
          </a:xfrm>
          <a:prstGeom prst="rect">
            <a:avLst/>
          </a:prstGeom>
          <a:noFill/>
          <a:ln w="0">
            <a:noFill/>
          </a:ln>
        </p:spPr>
        <p:txBody>
          <a:bodyPr lIns="91440" tIns="91440" rIns="91440" bIns="91440" anchor="b">
            <a:noAutofit/>
          </a:bodyPr>
          <a:lstStyle/>
          <a:p>
            <a:pPr indent="0">
              <a:lnSpc>
                <a:spcPct val="100000"/>
              </a:lnSpc>
              <a:buNone/>
            </a:pPr>
            <a:r>
              <a:rPr lang="fr-FR" sz="4400" b="0" strike="noStrike" spc="-1">
                <a:solidFill>
                  <a:schemeClr val="lt1"/>
                </a:solidFill>
                <a:latin typeface="Carattere"/>
                <a:ea typeface="Carattere"/>
              </a:rPr>
              <a:t>xx%</a:t>
            </a:r>
            <a:endParaRPr lang="fr-FR" sz="4400" b="0" strike="noStrike" spc="-1">
              <a:solidFill>
                <a:schemeClr val="dk1"/>
              </a:solidFill>
              <a:latin typeface="Arial"/>
            </a:endParaRPr>
          </a:p>
        </p:txBody>
      </p:sp>
      <p:sp>
        <p:nvSpPr>
          <p:cNvPr id="8" name="PlaceHolder 4"/>
          <p:cNvSpPr>
            <a:spLocks noGrp="1"/>
          </p:cNvSpPr>
          <p:nvPr>
            <p:ph type="title"/>
          </p:nvPr>
        </p:nvSpPr>
        <p:spPr>
          <a:xfrm>
            <a:off x="4883400" y="1326600"/>
            <a:ext cx="734400" cy="639720"/>
          </a:xfrm>
          <a:prstGeom prst="rect">
            <a:avLst/>
          </a:prstGeom>
          <a:noFill/>
          <a:ln w="0">
            <a:noFill/>
          </a:ln>
        </p:spPr>
        <p:txBody>
          <a:bodyPr lIns="91440" tIns="91440" rIns="91440" bIns="91440" anchor="b">
            <a:noAutofit/>
          </a:bodyPr>
          <a:lstStyle/>
          <a:p>
            <a:pPr indent="0">
              <a:lnSpc>
                <a:spcPct val="100000"/>
              </a:lnSpc>
              <a:buNone/>
            </a:pPr>
            <a:r>
              <a:rPr lang="fr-FR" sz="4400" b="0" strike="noStrike" spc="-1">
                <a:solidFill>
                  <a:schemeClr val="lt1"/>
                </a:solidFill>
                <a:latin typeface="Carattere"/>
                <a:ea typeface="Carattere"/>
              </a:rPr>
              <a:t>xx%</a:t>
            </a:r>
            <a:endParaRPr lang="fr-FR" sz="4400" b="0" strike="noStrike" spc="-1">
              <a:solidFill>
                <a:schemeClr val="dk1"/>
              </a:solidFill>
              <a:latin typeface="Arial"/>
            </a:endParaRPr>
          </a:p>
        </p:txBody>
      </p:sp>
      <p:sp>
        <p:nvSpPr>
          <p:cNvPr id="9" name="PlaceHolder 5"/>
          <p:cNvSpPr>
            <a:spLocks noGrp="1"/>
          </p:cNvSpPr>
          <p:nvPr>
            <p:ph type="title"/>
          </p:nvPr>
        </p:nvSpPr>
        <p:spPr>
          <a:xfrm>
            <a:off x="4883400" y="2947320"/>
            <a:ext cx="734400" cy="639720"/>
          </a:xfrm>
          <a:prstGeom prst="rect">
            <a:avLst/>
          </a:prstGeom>
          <a:noFill/>
          <a:ln w="0">
            <a:noFill/>
          </a:ln>
        </p:spPr>
        <p:txBody>
          <a:bodyPr lIns="91440" tIns="91440" rIns="91440" bIns="91440" anchor="b">
            <a:noAutofit/>
          </a:bodyPr>
          <a:lstStyle/>
          <a:p>
            <a:pPr indent="0">
              <a:lnSpc>
                <a:spcPct val="100000"/>
              </a:lnSpc>
              <a:buNone/>
            </a:pPr>
            <a:r>
              <a:rPr lang="fr-FR" sz="4400" b="0" strike="noStrike" spc="-1">
                <a:solidFill>
                  <a:schemeClr val="lt1"/>
                </a:solidFill>
                <a:latin typeface="Carattere"/>
                <a:ea typeface="Carattere"/>
              </a:rPr>
              <a:t>xx%</a:t>
            </a:r>
            <a:endParaRPr lang="fr-FR" sz="4400" b="0" strike="noStrike" spc="-1">
              <a:solidFill>
                <a:schemeClr val="dk1"/>
              </a:solidFill>
              <a:latin typeface="Arial"/>
            </a:endParaRP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0" name="PlaceHolder 1"/>
          <p:cNvSpPr>
            <a:spLocks noGrp="1"/>
          </p:cNvSpPr>
          <p:nvPr>
            <p:ph type="title"/>
          </p:nvPr>
        </p:nvSpPr>
        <p:spPr>
          <a:xfrm>
            <a:off x="713160" y="253080"/>
            <a:ext cx="7703640" cy="572400"/>
          </a:xfrm>
          <a:prstGeom prst="rect">
            <a:avLst/>
          </a:prstGeom>
          <a:noFill/>
          <a:ln w="0">
            <a:noFill/>
          </a:ln>
        </p:spPr>
        <p:txBody>
          <a:bodyPr lIns="91440" tIns="91440" rIns="91440" bIns="91440" anchor="t">
            <a:noAutofit/>
          </a:bodyPr>
          <a:lstStyle/>
          <a:p>
            <a:pPr indent="0">
              <a:buNone/>
            </a:pPr>
            <a:r>
              <a:rPr lang="fr-FR" sz="26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1026000" y="1046160"/>
            <a:ext cx="7674840" cy="926280"/>
          </a:xfrm>
          <a:prstGeom prst="rect">
            <a:avLst/>
          </a:prstGeom>
          <a:noFill/>
          <a:ln w="0">
            <a:noFill/>
          </a:ln>
        </p:spPr>
        <p:txBody>
          <a:bodyPr lIns="91440" tIns="91440" rIns="91440" bIns="91440" anchor="b">
            <a:noAutofit/>
          </a:bodyPr>
          <a:lstStyle/>
          <a:p>
            <a:pPr indent="0">
              <a:buNone/>
            </a:pPr>
            <a:r>
              <a:rPr lang="fr-FR" sz="3000" b="0" strike="noStrike" spc="-1">
                <a:solidFill>
                  <a:schemeClr val="dk1"/>
                </a:solidFill>
                <a:latin typeface="Arial"/>
              </a:rPr>
              <a:t>Click to edit the title text format</a:t>
            </a:r>
          </a:p>
        </p:txBody>
      </p:sp>
      <p:sp>
        <p:nvSpPr>
          <p:cNvPr id="12"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327600" y="209160"/>
            <a:ext cx="4669560" cy="1027440"/>
          </a:xfrm>
          <a:prstGeom prst="rect">
            <a:avLst/>
          </a:prstGeom>
          <a:noFill/>
          <a:ln w="0">
            <a:noFill/>
          </a:ln>
        </p:spPr>
        <p:txBody>
          <a:bodyPr lIns="91440" tIns="91440" rIns="91440" bIns="91440" anchor="b">
            <a:noAutofit/>
          </a:bodyPr>
          <a:lstStyle/>
          <a:p>
            <a:pPr indent="0">
              <a:buNone/>
            </a:pPr>
            <a:r>
              <a:rPr lang="fr-FR" sz="2600" b="0" strike="noStrike" spc="-1">
                <a:solidFill>
                  <a:schemeClr val="dk1"/>
                </a:solidFill>
                <a:latin typeface="Arial"/>
              </a:rPr>
              <a:t>Click to edit the title text format</a:t>
            </a:r>
          </a:p>
        </p:txBody>
      </p:sp>
      <p:sp>
        <p:nvSpPr>
          <p:cNvPr id="14" name="PlaceHolder 2"/>
          <p:cNvSpPr>
            <a:spLocks noGrp="1"/>
          </p:cNvSpPr>
          <p:nvPr>
            <p:ph type="body"/>
          </p:nvPr>
        </p:nvSpPr>
        <p:spPr>
          <a:xfrm>
            <a:off x="5230800" y="0"/>
            <a:ext cx="3912840" cy="515088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5" name="PlaceHolder 1"/>
          <p:cNvSpPr>
            <a:spLocks noGrp="1"/>
          </p:cNvSpPr>
          <p:nvPr>
            <p:ph type="title"/>
          </p:nvPr>
        </p:nvSpPr>
        <p:spPr>
          <a:xfrm>
            <a:off x="6291720" y="324360"/>
            <a:ext cx="2401920" cy="916200"/>
          </a:xfrm>
          <a:prstGeom prst="rect">
            <a:avLst/>
          </a:prstGeom>
          <a:noFill/>
          <a:ln w="0">
            <a:noFill/>
          </a:ln>
        </p:spPr>
        <p:txBody>
          <a:bodyPr lIns="91440" tIns="91440" rIns="91440" bIns="91440" anchor="b">
            <a:noAutofit/>
          </a:bodyPr>
          <a:lstStyle/>
          <a:p>
            <a:pPr indent="0">
              <a:buNone/>
            </a:pPr>
            <a:r>
              <a:rPr lang="fr-FR" sz="2600" b="0" strike="noStrike" spc="-1">
                <a:solidFill>
                  <a:schemeClr val="dk1"/>
                </a:solidFill>
                <a:latin typeface="Arial"/>
              </a:rPr>
              <a:t>Click to edit the title text format</a:t>
            </a:r>
          </a:p>
        </p:txBody>
      </p:sp>
      <p:sp>
        <p:nvSpPr>
          <p:cNvPr id="16" name="PlaceHolder 2"/>
          <p:cNvSpPr>
            <a:spLocks noGrp="1"/>
          </p:cNvSpPr>
          <p:nvPr>
            <p:ph type="body"/>
          </p:nvPr>
        </p:nvSpPr>
        <p:spPr>
          <a:xfrm>
            <a:off x="229320" y="207000"/>
            <a:ext cx="2209320" cy="3193920"/>
          </a:xfrm>
          <a:prstGeom prst="rect">
            <a:avLst/>
          </a:prstGeom>
          <a:noFill/>
          <a:ln w="0">
            <a:noFill/>
          </a:ln>
        </p:spPr>
        <p:txBody>
          <a:bodyPr lIns="90000" tIns="45000" rIns="90000" bIns="45000" anchor="t">
            <a:normAutofit fontScale="21111" lnSpcReduction="10000"/>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sp>
        <p:nvSpPr>
          <p:cNvPr id="17" name="PlaceHolder 3"/>
          <p:cNvSpPr>
            <a:spLocks noGrp="1"/>
          </p:cNvSpPr>
          <p:nvPr>
            <p:ph type="body"/>
          </p:nvPr>
        </p:nvSpPr>
        <p:spPr>
          <a:xfrm>
            <a:off x="229320" y="3601800"/>
            <a:ext cx="2209320" cy="1541520"/>
          </a:xfrm>
          <a:prstGeom prst="rect">
            <a:avLst/>
          </a:prstGeom>
          <a:noFill/>
          <a:ln w="0">
            <a:noFill/>
          </a:ln>
        </p:spPr>
        <p:txBody>
          <a:bodyPr lIns="90000" tIns="45000" rIns="90000" bIns="45000" anchor="t">
            <a:normAutofit fontScale="6111"/>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sp>
        <p:nvSpPr>
          <p:cNvPr id="18" name="PlaceHolder 4"/>
          <p:cNvSpPr>
            <a:spLocks noGrp="1"/>
          </p:cNvSpPr>
          <p:nvPr>
            <p:ph type="body"/>
          </p:nvPr>
        </p:nvSpPr>
        <p:spPr>
          <a:xfrm>
            <a:off x="2607120" y="1506240"/>
            <a:ext cx="2367720" cy="2528280"/>
          </a:xfrm>
          <a:prstGeom prst="rect">
            <a:avLst/>
          </a:prstGeom>
          <a:noFill/>
          <a:ln w="0">
            <a:noFill/>
          </a:ln>
        </p:spPr>
        <p:txBody>
          <a:bodyPr lIns="90000" tIns="45000" rIns="90000" bIns="45000" anchor="t">
            <a:normAutofit fontScale="18333"/>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sp>
        <p:nvSpPr>
          <p:cNvPr id="19" name="PlaceHolder 5"/>
          <p:cNvSpPr>
            <a:spLocks noGrp="1"/>
          </p:cNvSpPr>
          <p:nvPr>
            <p:ph type="body"/>
          </p:nvPr>
        </p:nvSpPr>
        <p:spPr>
          <a:xfrm>
            <a:off x="2607120" y="-36360"/>
            <a:ext cx="2367720" cy="1413720"/>
          </a:xfrm>
          <a:prstGeom prst="rect">
            <a:avLst/>
          </a:prstGeom>
          <a:noFill/>
          <a:ln w="0">
            <a:noFill/>
          </a:ln>
        </p:spPr>
        <p:txBody>
          <a:bodyPr lIns="90000" tIns="45000" rIns="90000" bIns="45000" anchor="t">
            <a:normAutofit fontScale="12222" lnSpcReduction="20000"/>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sp>
        <p:nvSpPr>
          <p:cNvPr id="20" name="PlaceHolder 6"/>
          <p:cNvSpPr>
            <a:spLocks noGrp="1"/>
          </p:cNvSpPr>
          <p:nvPr>
            <p:ph type="body"/>
          </p:nvPr>
        </p:nvSpPr>
        <p:spPr>
          <a:xfrm>
            <a:off x="2607120" y="4163760"/>
            <a:ext cx="2367720" cy="979560"/>
          </a:xfrm>
          <a:prstGeom prst="rect">
            <a:avLst/>
          </a:prstGeom>
          <a:noFill/>
          <a:ln w="0">
            <a:noFill/>
          </a:ln>
        </p:spPr>
        <p:txBody>
          <a:bodyPr lIns="90000" tIns="45000" rIns="90000" bIns="45000" anchor="t">
            <a:normAutofit fontScale="6111" lnSpcReduction="20000"/>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327600" y="253080"/>
            <a:ext cx="7703640" cy="572400"/>
          </a:xfrm>
          <a:prstGeom prst="rect">
            <a:avLst/>
          </a:prstGeom>
          <a:noFill/>
          <a:ln w="0">
            <a:noFill/>
          </a:ln>
        </p:spPr>
        <p:txBody>
          <a:bodyPr lIns="91440" tIns="91440" rIns="91440" bIns="91440" anchor="t">
            <a:noAutofit/>
          </a:bodyPr>
          <a:lstStyle/>
          <a:p>
            <a:pPr indent="0">
              <a:buNone/>
            </a:pPr>
            <a:r>
              <a:rPr lang="fr-FR" sz="26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327600" y="253080"/>
            <a:ext cx="7703640" cy="572400"/>
          </a:xfrm>
          <a:prstGeom prst="rect">
            <a:avLst/>
          </a:prstGeom>
          <a:noFill/>
          <a:ln w="0">
            <a:noFill/>
          </a:ln>
        </p:spPr>
        <p:txBody>
          <a:bodyPr lIns="91440" tIns="91440" rIns="91440" bIns="91440" anchor="t">
            <a:noAutofit/>
          </a:bodyPr>
          <a:lstStyle/>
          <a:p>
            <a:pPr indent="0">
              <a:buNone/>
            </a:pPr>
            <a:r>
              <a:rPr lang="fr-FR" sz="26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713160" y="3049560"/>
            <a:ext cx="2341080" cy="768600"/>
          </a:xfrm>
          <a:prstGeom prst="rect">
            <a:avLst/>
          </a:prstGeom>
          <a:noFill/>
          <a:ln w="0">
            <a:noFill/>
          </a:ln>
        </p:spPr>
        <p:txBody>
          <a:bodyPr lIns="91440" tIns="91440" rIns="91440" bIns="91440" anchor="b">
            <a:noAutofit/>
          </a:bodyPr>
          <a:lstStyle/>
          <a:p>
            <a:pPr indent="0">
              <a:lnSpc>
                <a:spcPct val="100000"/>
              </a:lnSpc>
              <a:buNone/>
            </a:pPr>
            <a:r>
              <a:rPr lang="fr-FR" sz="2600" b="0" strike="noStrike" spc="-1">
                <a:solidFill>
                  <a:schemeClr val="accent1"/>
                </a:solidFill>
                <a:latin typeface="Manrope"/>
                <a:ea typeface="Manrope"/>
              </a:rPr>
              <a:t>xx%</a:t>
            </a:r>
            <a:endParaRPr lang="fr-FR" sz="2600" b="0" strike="noStrike" spc="-1">
              <a:solidFill>
                <a:schemeClr val="dk1"/>
              </a:solidFill>
              <a:latin typeface="Arial"/>
            </a:endParaRPr>
          </a:p>
        </p:txBody>
      </p:sp>
      <p:sp>
        <p:nvSpPr>
          <p:cNvPr id="24" name="PlaceHolder 2"/>
          <p:cNvSpPr>
            <a:spLocks noGrp="1"/>
          </p:cNvSpPr>
          <p:nvPr>
            <p:ph type="title"/>
          </p:nvPr>
        </p:nvSpPr>
        <p:spPr>
          <a:xfrm>
            <a:off x="3401280" y="3049560"/>
            <a:ext cx="2341080" cy="768600"/>
          </a:xfrm>
          <a:prstGeom prst="rect">
            <a:avLst/>
          </a:prstGeom>
          <a:noFill/>
          <a:ln w="0">
            <a:noFill/>
          </a:ln>
        </p:spPr>
        <p:txBody>
          <a:bodyPr lIns="91440" tIns="91440" rIns="91440" bIns="91440" anchor="b">
            <a:noAutofit/>
          </a:bodyPr>
          <a:lstStyle/>
          <a:p>
            <a:pPr indent="0">
              <a:lnSpc>
                <a:spcPct val="100000"/>
              </a:lnSpc>
              <a:buNone/>
            </a:pPr>
            <a:r>
              <a:rPr lang="fr-FR" sz="2600" b="0" strike="noStrike" spc="-1">
                <a:solidFill>
                  <a:schemeClr val="accent1"/>
                </a:solidFill>
                <a:latin typeface="Manrope"/>
                <a:ea typeface="Manrope"/>
              </a:rPr>
              <a:t>xx%</a:t>
            </a:r>
            <a:endParaRPr lang="fr-FR" sz="2600" b="0" strike="noStrike" spc="-1">
              <a:solidFill>
                <a:schemeClr val="dk1"/>
              </a:solidFill>
              <a:latin typeface="Arial"/>
            </a:endParaRPr>
          </a:p>
        </p:txBody>
      </p:sp>
      <p:sp>
        <p:nvSpPr>
          <p:cNvPr id="25" name="PlaceHolder 3"/>
          <p:cNvSpPr>
            <a:spLocks noGrp="1"/>
          </p:cNvSpPr>
          <p:nvPr>
            <p:ph type="title"/>
          </p:nvPr>
        </p:nvSpPr>
        <p:spPr>
          <a:xfrm>
            <a:off x="6089400" y="3049560"/>
            <a:ext cx="2341080" cy="768600"/>
          </a:xfrm>
          <a:prstGeom prst="rect">
            <a:avLst/>
          </a:prstGeom>
          <a:noFill/>
          <a:ln w="0">
            <a:noFill/>
          </a:ln>
        </p:spPr>
        <p:txBody>
          <a:bodyPr lIns="91440" tIns="91440" rIns="91440" bIns="91440" anchor="b">
            <a:noAutofit/>
          </a:bodyPr>
          <a:lstStyle/>
          <a:p>
            <a:pPr indent="0">
              <a:lnSpc>
                <a:spcPct val="100000"/>
              </a:lnSpc>
              <a:buNone/>
            </a:pPr>
            <a:r>
              <a:rPr lang="fr-FR" sz="2600" b="0" strike="noStrike" spc="-1">
                <a:solidFill>
                  <a:schemeClr val="lt1"/>
                </a:solidFill>
                <a:latin typeface="Manrope"/>
                <a:ea typeface="Manrope"/>
              </a:rPr>
              <a:t>xx%</a:t>
            </a:r>
            <a:endParaRPr lang="fr-FR" sz="2600" b="0" strike="noStrike" spc="-1">
              <a:solidFill>
                <a:schemeClr val="dk1"/>
              </a:solidFill>
              <a:latin typeface="Arial"/>
            </a:endParaRPr>
          </a:p>
        </p:txBody>
      </p:sp>
      <p:sp>
        <p:nvSpPr>
          <p:cNvPr id="26" name="PlaceHolder 4"/>
          <p:cNvSpPr>
            <a:spLocks noGrp="1"/>
          </p:cNvSpPr>
          <p:nvPr>
            <p:ph type="title"/>
          </p:nvPr>
        </p:nvSpPr>
        <p:spPr>
          <a:xfrm>
            <a:off x="713160" y="900360"/>
            <a:ext cx="5251680" cy="1072800"/>
          </a:xfrm>
          <a:prstGeom prst="rect">
            <a:avLst/>
          </a:prstGeom>
          <a:noFill/>
          <a:ln w="0">
            <a:noFill/>
          </a:ln>
        </p:spPr>
        <p:txBody>
          <a:bodyPr lIns="91440" tIns="91440" rIns="91440" bIns="91440" anchor="b">
            <a:noAutofit/>
          </a:bodyPr>
          <a:lstStyle/>
          <a:p>
            <a:pPr indent="0">
              <a:lnSpc>
                <a:spcPct val="100000"/>
              </a:lnSpc>
              <a:buNone/>
            </a:pPr>
            <a:r>
              <a:rPr lang="fr-FR" sz="6000" b="0" strike="noStrike" spc="-1">
                <a:solidFill>
                  <a:schemeClr val="accent1"/>
                </a:solidFill>
                <a:latin typeface="Manrope"/>
                <a:ea typeface="Manrope"/>
              </a:rPr>
              <a:t>xx%</a:t>
            </a:r>
            <a:endParaRPr lang="fr-FR" sz="6000" b="0" strike="noStrike" spc="-1">
              <a:solidFill>
                <a:schemeClr val="dk1"/>
              </a:solidFill>
              <a:latin typeface="Arial"/>
            </a:endParaRPr>
          </a:p>
        </p:txBody>
      </p:sp>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27" name="PlaceHolder 1"/>
          <p:cNvSpPr>
            <a:spLocks noGrp="1"/>
          </p:cNvSpPr>
          <p:nvPr>
            <p:ph type="body"/>
          </p:nvPr>
        </p:nvSpPr>
        <p:spPr>
          <a:xfrm>
            <a:off x="0" y="0"/>
            <a:ext cx="3493080" cy="514332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1800" b="0" strike="noStrike" spc="-1">
                <a:solidFill>
                  <a:srgbClr val="000000"/>
                </a:solidFill>
                <a:latin typeface="Arial"/>
              </a:rPr>
              <a:t>Seventh Outline Level</a:t>
            </a:r>
          </a:p>
        </p:txBody>
      </p:sp>
      <p:sp>
        <p:nvSpPr>
          <p:cNvPr id="28" name="PlaceHolder 2"/>
          <p:cNvSpPr>
            <a:spLocks noGrp="1"/>
          </p:cNvSpPr>
          <p:nvPr>
            <p:ph type="title"/>
          </p:nvPr>
        </p:nvSpPr>
        <p:spPr>
          <a:xfrm>
            <a:off x="3636000" y="2769120"/>
            <a:ext cx="4794480" cy="1834560"/>
          </a:xfrm>
          <a:prstGeom prst="rect">
            <a:avLst/>
          </a:prstGeom>
          <a:noFill/>
          <a:ln w="0">
            <a:noFill/>
          </a:ln>
        </p:spPr>
        <p:txBody>
          <a:bodyPr lIns="91440" tIns="91440" rIns="91440" bIns="91440" anchor="t">
            <a:noAutofit/>
          </a:bodyPr>
          <a:lstStyle/>
          <a:p>
            <a:pPr indent="0">
              <a:buNone/>
            </a:pPr>
            <a:r>
              <a:rPr lang="fr-FR" sz="4000" b="0" strike="noStrike" spc="-1">
                <a:solidFill>
                  <a:schemeClr val="dk1"/>
                </a:solidFill>
                <a:latin typeface="Arial"/>
              </a:rPr>
              <a:t>Click to edit the title text format</a:t>
            </a:r>
          </a:p>
        </p:txBody>
      </p:sp>
      <p:sp>
        <p:nvSpPr>
          <p:cNvPr id="29" name="PlaceHolder 3"/>
          <p:cNvSpPr>
            <a:spLocks noGrp="1"/>
          </p:cNvSpPr>
          <p:nvPr>
            <p:ph type="title"/>
          </p:nvPr>
        </p:nvSpPr>
        <p:spPr>
          <a:xfrm>
            <a:off x="3636000" y="290520"/>
            <a:ext cx="1366920" cy="633240"/>
          </a:xfrm>
          <a:prstGeom prst="rect">
            <a:avLst/>
          </a:prstGeom>
          <a:noFill/>
          <a:ln w="0">
            <a:noFill/>
          </a:ln>
        </p:spPr>
        <p:txBody>
          <a:bodyPr lIns="91440" tIns="91440" rIns="91440" bIns="91440" anchor="ctr">
            <a:noAutofit/>
          </a:bodyPr>
          <a:lstStyle/>
          <a:p>
            <a:pPr indent="0">
              <a:lnSpc>
                <a:spcPct val="100000"/>
              </a:lnSpc>
              <a:buNone/>
            </a:pPr>
            <a:r>
              <a:rPr lang="fr-FR" sz="6000" b="0" strike="noStrike" spc="-1">
                <a:solidFill>
                  <a:schemeClr val="lt1"/>
                </a:solidFill>
                <a:latin typeface="Carattere"/>
                <a:ea typeface="Carattere"/>
              </a:rPr>
              <a:t>xx%</a:t>
            </a:r>
            <a:endParaRPr lang="fr-FR" sz="6000" b="0" strike="noStrike" spc="-1">
              <a:solidFill>
                <a:schemeClr val="dk1"/>
              </a:solidFill>
              <a:latin typeface="Arial"/>
            </a:endParaRPr>
          </a:p>
        </p:txBody>
      </p:sp>
    </p:spTree>
  </p:cSld>
  <p:clrMap bg1="lt1" tx1="dk1" bg2="lt2" tx2="dk2" accent1="accent1" accent2="accent2" accent3="accent3" accent4="accent4" accent5="accent5" accent6="accent6" hlink="hlink" folHlink="folHlink"/>
  <p:sldLayoutIdLst>
    <p:sldLayoutId id="214748367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30" name="PlaceHolder 1"/>
          <p:cNvSpPr>
            <a:spLocks noGrp="1"/>
          </p:cNvSpPr>
          <p:nvPr>
            <p:ph type="title"/>
          </p:nvPr>
        </p:nvSpPr>
        <p:spPr>
          <a:xfrm>
            <a:off x="327600" y="240480"/>
            <a:ext cx="5539320" cy="1058400"/>
          </a:xfrm>
          <a:prstGeom prst="rect">
            <a:avLst/>
          </a:prstGeom>
          <a:noFill/>
          <a:ln w="0">
            <a:noFill/>
          </a:ln>
        </p:spPr>
        <p:txBody>
          <a:bodyPr lIns="91440" tIns="91440" rIns="91440" bIns="91440" anchor="b">
            <a:noAutofit/>
          </a:bodyPr>
          <a:lstStyle/>
          <a:p>
            <a:pPr indent="0">
              <a:buNone/>
            </a:pPr>
            <a:r>
              <a:rPr lang="fr-FR" sz="5800" b="0" strike="noStrike" spc="-1">
                <a:solidFill>
                  <a:schemeClr val="dk1"/>
                </a:solidFill>
                <a:latin typeface="Arial"/>
              </a:rPr>
              <a:t>Click to edit the title text format</a:t>
            </a:r>
          </a:p>
        </p:txBody>
      </p:sp>
      <p:sp>
        <p:nvSpPr>
          <p:cNvPr id="31" name="Google Shape;104;p21"/>
          <p:cNvSpPr/>
          <p:nvPr/>
        </p:nvSpPr>
        <p:spPr>
          <a:xfrm>
            <a:off x="4447440" y="3757680"/>
            <a:ext cx="3998880" cy="43704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r" defTabSz="914400">
              <a:lnSpc>
                <a:spcPct val="100000"/>
              </a:lnSpc>
              <a:spcBef>
                <a:spcPts val="300"/>
              </a:spcBef>
              <a:tabLst>
                <a:tab pos="0" algn="l"/>
              </a:tabLst>
            </a:pPr>
            <a:r>
              <a:rPr lang="en" sz="1000" b="1" strike="noStrike" spc="-1">
                <a:solidFill>
                  <a:schemeClr val="lt1"/>
                </a:solidFill>
                <a:latin typeface="Open Sans"/>
                <a:ea typeface="Open Sans"/>
              </a:rPr>
              <a:t>CREDITS:</a:t>
            </a:r>
            <a:r>
              <a:rPr lang="en" sz="1000" b="0" strike="noStrike" spc="-1">
                <a:solidFill>
                  <a:schemeClr val="lt1"/>
                </a:solidFill>
                <a:latin typeface="Open Sans"/>
                <a:ea typeface="Open Sans"/>
              </a:rPr>
              <a:t> This presentation template was created by </a:t>
            </a:r>
            <a:r>
              <a:rPr lang="en" sz="1000" b="1" u="sng" strike="noStrike" spc="-1">
                <a:solidFill>
                  <a:schemeClr val="lt1"/>
                </a:solidFill>
                <a:uFillTx/>
                <a:latin typeface="Open Sans"/>
                <a:ea typeface="Open Sans"/>
                <a:hlinkClick r:id="rId3"/>
              </a:rPr>
              <a:t>Slidesgo</a:t>
            </a:r>
            <a:r>
              <a:rPr lang="en" sz="1000" b="0" strike="noStrike" spc="-1">
                <a:solidFill>
                  <a:schemeClr val="lt1"/>
                </a:solidFill>
                <a:latin typeface="Open Sans"/>
                <a:ea typeface="Open Sans"/>
              </a:rPr>
              <a:t>, and includes icons, infographics &amp; images by </a:t>
            </a:r>
            <a:r>
              <a:rPr lang="en" sz="1000" b="1" u="sng" strike="noStrike" spc="-1">
                <a:solidFill>
                  <a:schemeClr val="lt1"/>
                </a:solidFill>
                <a:uFillTx/>
                <a:latin typeface="Open Sans"/>
                <a:ea typeface="Open Sans"/>
                <a:hlinkClick r:id="rId4"/>
              </a:rPr>
              <a:t>Freepik</a:t>
            </a:r>
            <a:r>
              <a:rPr lang="en" sz="1000" b="0" u="sng" strike="noStrike" spc="-1">
                <a:solidFill>
                  <a:schemeClr val="lt1"/>
                </a:solidFill>
                <a:uFillTx/>
                <a:latin typeface="Open Sans"/>
                <a:ea typeface="Open Sans"/>
              </a:rPr>
              <a:t> </a:t>
            </a:r>
            <a:endParaRPr lang="en-US" sz="1000" b="0" strike="noStrike" spc="-1">
              <a:solidFill>
                <a:srgbClr val="FFFFFF"/>
              </a:solidFill>
              <a:latin typeface="OpenSymbol"/>
            </a:endParaRPr>
          </a:p>
        </p:txBody>
      </p:sp>
      <p:sp>
        <p:nvSpPr>
          <p:cNvPr id="32"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327600" y="253080"/>
            <a:ext cx="7703640" cy="572400"/>
          </a:xfrm>
          <a:prstGeom prst="rect">
            <a:avLst/>
          </a:prstGeom>
          <a:noFill/>
          <a:ln w="0">
            <a:noFill/>
          </a:ln>
        </p:spPr>
        <p:txBody>
          <a:bodyPr lIns="91440" tIns="91440" rIns="91440" bIns="91440" anchor="t">
            <a:noAutofit/>
          </a:bodyPr>
          <a:lstStyle/>
          <a:p>
            <a:pPr indent="0">
              <a:buNone/>
            </a:pPr>
            <a:r>
              <a:rPr lang="fr-FR" sz="2600" b="0" strike="noStrike" spc="-1">
                <a:solidFill>
                  <a:schemeClr val="dk1"/>
                </a:solidFill>
                <a:latin typeface="Arial"/>
              </a:rPr>
              <a:t>Click to edit the title text format</a:t>
            </a:r>
          </a:p>
        </p:txBody>
      </p:sp>
      <p:sp>
        <p:nvSpPr>
          <p:cNvPr id="34" name="PlaceHolder 2"/>
          <p:cNvSpPr>
            <a:spLocks noGrp="1"/>
          </p:cNvSpPr>
          <p:nvPr>
            <p:ph type="body"/>
          </p:nvPr>
        </p:nvSpPr>
        <p:spPr>
          <a:xfrm>
            <a:off x="720000" y="990360"/>
            <a:ext cx="7703640" cy="361332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2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2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2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2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2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2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327600" y="262800"/>
            <a:ext cx="7703640" cy="572400"/>
          </a:xfrm>
          <a:prstGeom prst="rect">
            <a:avLst/>
          </a:prstGeom>
          <a:noFill/>
          <a:ln w="0">
            <a:noFill/>
          </a:ln>
        </p:spPr>
        <p:txBody>
          <a:bodyPr lIns="91440" tIns="91440" rIns="91440" bIns="91440" anchor="t">
            <a:noAutofit/>
          </a:bodyPr>
          <a:lstStyle/>
          <a:p>
            <a:pPr indent="0">
              <a:buNone/>
            </a:pPr>
            <a:r>
              <a:rPr lang="fr-FR" sz="26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8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327600" y="253080"/>
            <a:ext cx="7703640" cy="572400"/>
          </a:xfrm>
          <a:prstGeom prst="rect">
            <a:avLst/>
          </a:prstGeom>
          <a:noFill/>
          <a:ln w="0">
            <a:noFill/>
          </a:ln>
        </p:spPr>
        <p:txBody>
          <a:bodyPr lIns="91440" tIns="91440" rIns="91440" bIns="91440" anchor="t">
            <a:noAutofit/>
          </a:bodyPr>
          <a:lstStyle/>
          <a:p>
            <a:pPr indent="0">
              <a:buNone/>
            </a:pPr>
            <a:r>
              <a:rPr lang="fr-FR" sz="26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8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811800" y="878760"/>
            <a:ext cx="3636720" cy="1027440"/>
          </a:xfrm>
          <a:prstGeom prst="rect">
            <a:avLst/>
          </a:prstGeom>
          <a:noFill/>
          <a:ln w="0">
            <a:noFill/>
          </a:ln>
        </p:spPr>
        <p:txBody>
          <a:bodyPr lIns="91440" tIns="91440" rIns="91440" bIns="91440" anchor="b">
            <a:noAutofit/>
          </a:bodyPr>
          <a:lstStyle/>
          <a:p>
            <a:pPr indent="0">
              <a:buNone/>
            </a:pPr>
            <a:r>
              <a:rPr lang="fr-FR" sz="2600" b="0" strike="noStrike" spc="-1">
                <a:solidFill>
                  <a:schemeClr val="dk1"/>
                </a:solidFill>
                <a:latin typeface="Arial"/>
              </a:rPr>
              <a:t>Click to edit the title text format</a:t>
            </a:r>
          </a:p>
        </p:txBody>
      </p:sp>
      <p:sp>
        <p:nvSpPr>
          <p:cNvPr id="44" name="PlaceHolder 2"/>
          <p:cNvSpPr>
            <a:spLocks noGrp="1"/>
          </p:cNvSpPr>
          <p:nvPr>
            <p:ph type="body"/>
          </p:nvPr>
        </p:nvSpPr>
        <p:spPr>
          <a:xfrm>
            <a:off x="5643720" y="539640"/>
            <a:ext cx="2786760" cy="4064040"/>
          </a:xfrm>
          <a:prstGeom prst="rect">
            <a:avLst/>
          </a:prstGeom>
          <a:noFill/>
          <a:ln w="0">
            <a:noFill/>
          </a:ln>
        </p:spPr>
        <p:txBody>
          <a:bodyPr lIns="90000" tIns="45000" rIns="90000" bIns="45000" anchor="t">
            <a:normAutofit fontScale="37222" lnSpcReduction="10000"/>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8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2318040" y="1307160"/>
            <a:ext cx="4507920" cy="2529000"/>
          </a:xfrm>
          <a:prstGeom prst="rect">
            <a:avLst/>
          </a:prstGeom>
          <a:noFill/>
          <a:ln w="0">
            <a:noFill/>
          </a:ln>
        </p:spPr>
        <p:txBody>
          <a:bodyPr lIns="91440" tIns="91440" rIns="91440" bIns="91440" anchor="ctr">
            <a:noAutofit/>
          </a:bodyPr>
          <a:lstStyle/>
          <a:p>
            <a:pPr indent="0">
              <a:buNone/>
            </a:pPr>
            <a:r>
              <a:rPr lang="fr-FR" sz="60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8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46" name="PlaceHolder 1"/>
          <p:cNvSpPr>
            <a:spLocks noGrp="1"/>
          </p:cNvSpPr>
          <p:nvPr>
            <p:ph type="title"/>
          </p:nvPr>
        </p:nvSpPr>
        <p:spPr>
          <a:xfrm>
            <a:off x="2135520" y="1189080"/>
            <a:ext cx="4872600" cy="1964160"/>
          </a:xfrm>
          <a:prstGeom prst="rect">
            <a:avLst/>
          </a:prstGeom>
          <a:noFill/>
          <a:ln w="0">
            <a:noFill/>
          </a:ln>
        </p:spPr>
        <p:txBody>
          <a:bodyPr lIns="91440" tIns="91440" rIns="91440" bIns="91440" anchor="b">
            <a:noAutofit/>
          </a:bodyPr>
          <a:lstStyle/>
          <a:p>
            <a:pPr indent="0">
              <a:buNone/>
            </a:pPr>
            <a:r>
              <a:rPr lang="fr-FR" sz="60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8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47"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sp>
        <p:nvSpPr>
          <p:cNvPr id="48" name="PlaceHolder 2"/>
          <p:cNvSpPr>
            <a:spLocks noGrp="1"/>
          </p:cNvSpPr>
          <p:nvPr>
            <p:ph type="title"/>
          </p:nvPr>
        </p:nvSpPr>
        <p:spPr>
          <a:xfrm>
            <a:off x="1948680" y="4014360"/>
            <a:ext cx="5245920" cy="441360"/>
          </a:xfrm>
          <a:prstGeom prst="rect">
            <a:avLst/>
          </a:prstGeom>
          <a:solidFill>
            <a:schemeClr val="accent2"/>
          </a:solidFill>
          <a:ln w="0">
            <a:noFill/>
          </a:ln>
        </p:spPr>
        <p:txBody>
          <a:bodyPr lIns="91440" tIns="91440" rIns="91440" bIns="91440" anchor="t">
            <a:noAutofit/>
          </a:bodyPr>
          <a:lstStyle/>
          <a:p>
            <a:pPr indent="0">
              <a:buNone/>
            </a:pPr>
            <a:r>
              <a:rPr lang="fr-FR" sz="18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9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9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49" name="Google Shape;112;p26"/>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50" name="PlaceHolder 1"/>
          <p:cNvSpPr>
            <a:spLocks noGrp="1"/>
          </p:cNvSpPr>
          <p:nvPr>
            <p:ph type="title"/>
          </p:nvPr>
        </p:nvSpPr>
        <p:spPr>
          <a:xfrm>
            <a:off x="713160" y="539640"/>
            <a:ext cx="7717320" cy="482040"/>
          </a:xfrm>
          <a:prstGeom prst="rect">
            <a:avLst/>
          </a:prstGeom>
          <a:noFill/>
          <a:ln w="0">
            <a:noFill/>
          </a:ln>
        </p:spPr>
        <p:txBody>
          <a:bodyPr lIns="91440" tIns="91440" rIns="91440" bIns="91440" anchor="t">
            <a:noAutofit/>
          </a:bodyPr>
          <a:lstStyle/>
          <a:p>
            <a:pPr indent="0">
              <a:buNone/>
            </a:pPr>
            <a:r>
              <a:rPr lang="fr-FR" sz="22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9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51" name="Google Shape;115;p27"/>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52" name="PlaceHolder 1"/>
          <p:cNvSpPr>
            <a:spLocks noGrp="1"/>
          </p:cNvSpPr>
          <p:nvPr>
            <p:ph type="title"/>
          </p:nvPr>
        </p:nvSpPr>
        <p:spPr>
          <a:xfrm>
            <a:off x="728640" y="539640"/>
            <a:ext cx="3347280" cy="482040"/>
          </a:xfrm>
          <a:prstGeom prst="rect">
            <a:avLst/>
          </a:prstGeom>
          <a:noFill/>
          <a:ln w="0">
            <a:noFill/>
          </a:ln>
        </p:spPr>
        <p:txBody>
          <a:bodyPr lIns="91440" tIns="91440" rIns="91440" bIns="91440" anchor="t">
            <a:noAutofit/>
          </a:bodyPr>
          <a:lstStyle/>
          <a:p>
            <a:pPr indent="0">
              <a:buNone/>
            </a:pPr>
            <a:r>
              <a:rPr lang="fr-FR" sz="2200" b="0" strike="noStrike" spc="-1">
                <a:solidFill>
                  <a:schemeClr val="dk1"/>
                </a:solidFill>
                <a:latin typeface="Arial"/>
              </a:rPr>
              <a:t>Click to edit the title text format</a:t>
            </a:r>
          </a:p>
        </p:txBody>
      </p:sp>
      <p:sp>
        <p:nvSpPr>
          <p:cNvPr id="53" name="PlaceHolder 2"/>
          <p:cNvSpPr>
            <a:spLocks noGrp="1"/>
          </p:cNvSpPr>
          <p:nvPr>
            <p:ph type="title"/>
          </p:nvPr>
        </p:nvSpPr>
        <p:spPr>
          <a:xfrm>
            <a:off x="4977720" y="539640"/>
            <a:ext cx="3458160" cy="482040"/>
          </a:xfrm>
          <a:prstGeom prst="rect">
            <a:avLst/>
          </a:prstGeom>
          <a:noFill/>
          <a:ln w="0">
            <a:noFill/>
          </a:ln>
        </p:spPr>
        <p:txBody>
          <a:bodyPr lIns="91440" tIns="91440" rIns="91440" bIns="91440" anchor="t">
            <a:noAutofit/>
          </a:bodyPr>
          <a:lstStyle/>
          <a:p>
            <a:pPr indent="0">
              <a:buNone/>
            </a:pPr>
            <a:r>
              <a:rPr lang="fr-FR" sz="22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9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4" name="Google Shape;122;p28"/>
          <p:cNvCxnSpPr/>
          <p:nvPr/>
        </p:nvCxnSpPr>
        <p:spPr>
          <a:xfrm>
            <a:off x="-5040" y="4126680"/>
            <a:ext cx="9182160" cy="360"/>
          </a:xfrm>
          <a:prstGeom prst="straightConnector1">
            <a:avLst/>
          </a:prstGeom>
          <a:ln w="9525">
            <a:solidFill>
              <a:srgbClr val="2B3D2D"/>
            </a:solidFill>
            <a:round/>
          </a:ln>
        </p:spPr>
      </p:cxnSp>
      <p:pic>
        <p:nvPicPr>
          <p:cNvPr id="55" name="Google Shape;123;p28"/>
          <p:cNvPicPr/>
          <p:nvPr/>
        </p:nvPicPr>
        <p:blipFill>
          <a:blip r:embed="rId2"/>
          <a:srcRect l="13313" r="37692"/>
          <a:stretch/>
        </p:blipFill>
        <p:spPr>
          <a:xfrm>
            <a:off x="5363640" y="0"/>
            <a:ext cx="3780360" cy="5143320"/>
          </a:xfrm>
          <a:prstGeom prst="rect">
            <a:avLst/>
          </a:prstGeom>
          <a:ln w="0">
            <a:noFill/>
          </a:ln>
        </p:spPr>
      </p:pic>
      <p:sp>
        <p:nvSpPr>
          <p:cNvPr id="56" name="PlaceHolder 1"/>
          <p:cNvSpPr>
            <a:spLocks noGrp="1"/>
          </p:cNvSpPr>
          <p:nvPr>
            <p:ph type="title"/>
          </p:nvPr>
        </p:nvSpPr>
        <p:spPr>
          <a:xfrm>
            <a:off x="324000" y="200160"/>
            <a:ext cx="4590720" cy="317160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4500" b="0" strike="noStrike" spc="-1" dirty="0">
                <a:solidFill>
                  <a:schemeClr val="dk1"/>
                </a:solidFill>
                <a:latin typeface="Manrope"/>
                <a:ea typeface="Manrope"/>
              </a:rPr>
              <a:t>Converting PDF to Audio</a:t>
            </a:r>
            <a:endParaRPr lang="fr-FR" sz="4500" b="0" strike="noStrike" spc="-1" dirty="0">
              <a:solidFill>
                <a:schemeClr val="dk1"/>
              </a:solidFill>
              <a:latin typeface="Arial"/>
            </a:endParaRPr>
          </a:p>
        </p:txBody>
      </p:sp>
      <p:sp>
        <p:nvSpPr>
          <p:cNvPr id="57" name="PlaceHolder 2"/>
          <p:cNvSpPr>
            <a:spLocks noGrp="1"/>
          </p:cNvSpPr>
          <p:nvPr>
            <p:ph type="subTitle"/>
          </p:nvPr>
        </p:nvSpPr>
        <p:spPr>
          <a:xfrm>
            <a:off x="324000" y="4210200"/>
            <a:ext cx="4590720" cy="514080"/>
          </a:xfrm>
          <a:prstGeom prst="rect">
            <a:avLst/>
          </a:prstGeom>
          <a:noFill/>
          <a:ln w="0">
            <a:noFill/>
          </a:ln>
        </p:spPr>
        <p:txBody>
          <a:bodyPr lIns="91440" tIns="91440" rIns="91440" bIns="91440" anchor="t">
            <a:noAutofit/>
          </a:bodyPr>
          <a:lstStyle/>
          <a:p>
            <a:pPr indent="0">
              <a:lnSpc>
                <a:spcPct val="100000"/>
              </a:lnSpc>
              <a:buNone/>
              <a:tabLst>
                <a:tab pos="0" algn="l"/>
              </a:tabLst>
            </a:pPr>
            <a:r>
              <a:rPr lang="en" sz="1400" b="0" strike="noStrike" spc="-1" dirty="0">
                <a:solidFill>
                  <a:schemeClr val="dk1"/>
                </a:solidFill>
                <a:latin typeface="Open Sans"/>
                <a:ea typeface="Open Sans"/>
              </a:rPr>
              <a:t>A Comprehensive Guide Using Python Libraries: PDF Reader, gTTS, and PyDub.</a:t>
            </a:r>
            <a:endParaRPr lang="en-US" sz="1400" b="0" strike="noStrike" spc="-1" dirty="0">
              <a:solidFill>
                <a:srgbClr val="000000"/>
              </a:solidFill>
              <a:latin typeface="OpenSymbo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PlaceHolder 1"/>
          <p:cNvSpPr>
            <a:spLocks noGrp="1"/>
          </p:cNvSpPr>
          <p:nvPr>
            <p:ph type="title"/>
          </p:nvPr>
        </p:nvSpPr>
        <p:spPr>
          <a:xfrm>
            <a:off x="1028880" y="1047600"/>
            <a:ext cx="7676640" cy="923400"/>
          </a:xfrm>
          <a:prstGeom prst="rect">
            <a:avLst/>
          </a:prstGeom>
          <a:noFill/>
          <a:ln w="0">
            <a:noFill/>
          </a:ln>
        </p:spPr>
        <p:txBody>
          <a:bodyPr lIns="91440" tIns="91440" rIns="91440" bIns="91440" anchor="b">
            <a:normAutofit/>
          </a:bodyPr>
          <a:lstStyle/>
          <a:p>
            <a:pPr indent="0" algn="r">
              <a:lnSpc>
                <a:spcPct val="100000"/>
              </a:lnSpc>
              <a:buNone/>
              <a:tabLst>
                <a:tab pos="0" algn="l"/>
              </a:tabLst>
            </a:pPr>
            <a:r>
              <a:rPr lang="en" sz="3000" b="0" strike="noStrike" spc="-1" dirty="0">
                <a:solidFill>
                  <a:schemeClr val="dk1"/>
                </a:solidFill>
                <a:latin typeface="Manrope"/>
                <a:ea typeface="Manrope"/>
              </a:rPr>
              <a:t>Introduction</a:t>
            </a:r>
            <a:endParaRPr lang="fr-FR" sz="3000" b="0" strike="noStrike" spc="-1" dirty="0">
              <a:solidFill>
                <a:schemeClr val="dk1"/>
              </a:solidFill>
              <a:latin typeface="Arial"/>
            </a:endParaRPr>
          </a:p>
        </p:txBody>
      </p:sp>
      <p:sp>
        <p:nvSpPr>
          <p:cNvPr id="59" name="PlaceHolder 2"/>
          <p:cNvSpPr>
            <a:spLocks noGrp="1"/>
          </p:cNvSpPr>
          <p:nvPr>
            <p:ph type="subTitle"/>
          </p:nvPr>
        </p:nvSpPr>
        <p:spPr>
          <a:xfrm>
            <a:off x="1028880" y="2295360"/>
            <a:ext cx="5143320" cy="219024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600" b="0" strike="noStrike" spc="-1" dirty="0">
                <a:solidFill>
                  <a:schemeClr val="dk1"/>
                </a:solidFill>
                <a:latin typeface="Open Sans"/>
                <a:ea typeface="Open Sans"/>
              </a:rPr>
              <a:t>This presentation explores the process of converting PDF documents into audio format using popular Python libraries. We will cover the PDF Reader library for extracting text, gTTS for converting text to speech, and PyDub for audio processing.</a:t>
            </a:r>
            <a:endParaRPr lang="en-US" sz="1600" b="0" strike="noStrike" spc="-1" dirty="0">
              <a:solidFill>
                <a:srgbClr val="000000"/>
              </a:solidFill>
              <a:latin typeface="OpenSymbol"/>
            </a:endParaRPr>
          </a:p>
        </p:txBody>
      </p:sp>
      <p:cxnSp>
        <p:nvCxnSpPr>
          <p:cNvPr id="60" name="Google Shape;177;p33"/>
          <p:cNvCxnSpPr/>
          <p:nvPr/>
        </p:nvCxnSpPr>
        <p:spPr>
          <a:xfrm>
            <a:off x="-5040" y="2017440"/>
            <a:ext cx="9182160" cy="360"/>
          </a:xfrm>
          <a:prstGeom prst="straightConnector1">
            <a:avLst/>
          </a:prstGeom>
          <a:ln w="9525">
            <a:solidFill>
              <a:srgbClr val="2B3D2D"/>
            </a:solidFill>
            <a:round/>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1" name="Google Shape;165;p32"/>
          <p:cNvCxnSpPr/>
          <p:nvPr/>
        </p:nvCxnSpPr>
        <p:spPr>
          <a:xfrm>
            <a:off x="-5040" y="2723760"/>
            <a:ext cx="9182160" cy="360"/>
          </a:xfrm>
          <a:prstGeom prst="straightConnector1">
            <a:avLst/>
          </a:prstGeom>
          <a:ln w="9525">
            <a:solidFill>
              <a:srgbClr val="EBE8DE"/>
            </a:solidFill>
            <a:round/>
          </a:ln>
        </p:spPr>
      </p:cxnSp>
      <p:pic>
        <p:nvPicPr>
          <p:cNvPr id="62" name="Google Shape;166;p32"/>
          <p:cNvPicPr/>
          <p:nvPr/>
        </p:nvPicPr>
        <p:blipFill>
          <a:blip r:embed="rId2"/>
          <a:srcRect t="930" b="930"/>
          <a:stretch/>
        </p:blipFill>
        <p:spPr>
          <a:xfrm>
            <a:off x="0" y="0"/>
            <a:ext cx="3493080" cy="5143320"/>
          </a:xfrm>
          <a:prstGeom prst="rect">
            <a:avLst/>
          </a:prstGeom>
          <a:ln w="0">
            <a:noFill/>
          </a:ln>
        </p:spPr>
      </p:pic>
      <p:sp>
        <p:nvSpPr>
          <p:cNvPr id="63" name="PlaceHolder 1"/>
          <p:cNvSpPr>
            <a:spLocks noGrp="1"/>
          </p:cNvSpPr>
          <p:nvPr>
            <p:ph type="title"/>
          </p:nvPr>
        </p:nvSpPr>
        <p:spPr>
          <a:xfrm>
            <a:off x="3638520" y="2771640"/>
            <a:ext cx="4790880" cy="1837800"/>
          </a:xfrm>
          <a:prstGeom prst="rect">
            <a:avLst/>
          </a:prstGeom>
          <a:noFill/>
          <a:ln w="0">
            <a:noFill/>
          </a:ln>
        </p:spPr>
        <p:txBody>
          <a:bodyPr lIns="91440" tIns="91440" rIns="91440" bIns="91440" anchor="t">
            <a:normAutofit/>
          </a:bodyPr>
          <a:lstStyle/>
          <a:p>
            <a:pPr indent="0" algn="r">
              <a:lnSpc>
                <a:spcPct val="100000"/>
              </a:lnSpc>
              <a:buNone/>
              <a:tabLst>
                <a:tab pos="0" algn="l"/>
              </a:tabLst>
            </a:pPr>
            <a:r>
              <a:rPr lang="en" sz="4000" b="0" strike="noStrike" spc="-1">
                <a:solidFill>
                  <a:schemeClr val="lt1"/>
                </a:solidFill>
                <a:latin typeface="Manrope"/>
                <a:ea typeface="Manrope"/>
              </a:rPr>
              <a:t>PDF Reader</a:t>
            </a:r>
            <a:endParaRPr lang="fr-FR" sz="4000" b="0" strike="noStrike" spc="-1">
              <a:solidFill>
                <a:schemeClr val="dk1"/>
              </a:solidFill>
              <a:latin typeface="Arial"/>
            </a:endParaRPr>
          </a:p>
        </p:txBody>
      </p:sp>
      <p:sp>
        <p:nvSpPr>
          <p:cNvPr id="64" name="PlaceHolder 2"/>
          <p:cNvSpPr>
            <a:spLocks noGrp="1"/>
          </p:cNvSpPr>
          <p:nvPr>
            <p:ph type="title"/>
          </p:nvPr>
        </p:nvSpPr>
        <p:spPr>
          <a:xfrm>
            <a:off x="3638520" y="295200"/>
            <a:ext cx="1371240" cy="637920"/>
          </a:xfrm>
          <a:prstGeom prst="rect">
            <a:avLst/>
          </a:prstGeom>
          <a:noFill/>
          <a:ln w="0">
            <a:noFill/>
          </a:ln>
        </p:spPr>
        <p:txBody>
          <a:bodyPr lIns="91440" tIns="91440" rIns="91440" bIns="91440" anchor="ctr">
            <a:normAutofit fontScale="90000"/>
          </a:bodyPr>
          <a:lstStyle/>
          <a:p>
            <a:pPr indent="0">
              <a:lnSpc>
                <a:spcPct val="100000"/>
              </a:lnSpc>
              <a:buNone/>
              <a:tabLst>
                <a:tab pos="0" algn="l"/>
              </a:tabLst>
            </a:pPr>
            <a:r>
              <a:rPr lang="en" sz="6000" b="0" strike="noStrike" spc="-1">
                <a:solidFill>
                  <a:schemeClr val="lt1"/>
                </a:solidFill>
                <a:latin typeface="Carattere"/>
                <a:ea typeface="Carattere"/>
              </a:rPr>
              <a:t>01</a:t>
            </a:r>
            <a:endParaRPr lang="fr-FR" sz="6000" b="0" strike="noStrike" spc="-1">
              <a:solidFill>
                <a:schemeClr val="dk1"/>
              </a:solidFill>
              <a:latin typeface="Arial"/>
            </a:endParaRPr>
          </a:p>
        </p:txBody>
      </p:sp>
      <p:cxnSp>
        <p:nvCxnSpPr>
          <p:cNvPr id="65" name="Google Shape;169;p32"/>
          <p:cNvCxnSpPr/>
          <p:nvPr/>
        </p:nvCxnSpPr>
        <p:spPr>
          <a:xfrm>
            <a:off x="-5040" y="1036440"/>
            <a:ext cx="9182160" cy="360"/>
          </a:xfrm>
          <a:prstGeom prst="straightConnector1">
            <a:avLst/>
          </a:prstGeom>
          <a:ln w="9525">
            <a:solidFill>
              <a:srgbClr val="EBE8DE"/>
            </a:solidFill>
            <a:round/>
          </a:ln>
        </p:spPr>
      </p:cxnSp>
      <p:cxnSp>
        <p:nvCxnSpPr>
          <p:cNvPr id="66" name="Google Shape;170;p32"/>
          <p:cNvCxnSpPr/>
          <p:nvPr/>
        </p:nvCxnSpPr>
        <p:spPr>
          <a:xfrm>
            <a:off x="-5040" y="1036440"/>
            <a:ext cx="3427200" cy="360"/>
          </a:xfrm>
          <a:prstGeom prst="straightConnector1">
            <a:avLst/>
          </a:prstGeom>
          <a:ln w="9525">
            <a:solidFill>
              <a:srgbClr val="EBE8DE"/>
            </a:solidFill>
            <a:roun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7" name="Google Shape;157;p31"/>
          <p:cNvCxnSpPr/>
          <p:nvPr/>
        </p:nvCxnSpPr>
        <p:spPr>
          <a:xfrm>
            <a:off x="-5040" y="1311120"/>
            <a:ext cx="9182160" cy="360"/>
          </a:xfrm>
          <a:prstGeom prst="straightConnector1">
            <a:avLst/>
          </a:prstGeom>
          <a:ln w="9525">
            <a:solidFill>
              <a:srgbClr val="2B3D2D"/>
            </a:solidFill>
            <a:round/>
          </a:ln>
        </p:spPr>
      </p:cxnSp>
      <p:sp>
        <p:nvSpPr>
          <p:cNvPr id="68" name="PlaceHolder 1"/>
          <p:cNvSpPr>
            <a:spLocks noGrp="1"/>
          </p:cNvSpPr>
          <p:nvPr>
            <p:ph type="title"/>
          </p:nvPr>
        </p:nvSpPr>
        <p:spPr>
          <a:xfrm>
            <a:off x="324000" y="209520"/>
            <a:ext cx="4667040" cy="1028520"/>
          </a:xfrm>
          <a:prstGeom prst="rect">
            <a:avLst/>
          </a:prstGeom>
          <a:noFill/>
          <a:ln w="0">
            <a:noFill/>
          </a:ln>
        </p:spPr>
        <p:txBody>
          <a:bodyPr lIns="91440" tIns="91440" rIns="91440" bIns="91440" anchor="b">
            <a:normAutofit/>
          </a:bodyPr>
          <a:lstStyle/>
          <a:p>
            <a:pPr indent="0">
              <a:lnSpc>
                <a:spcPct val="100000"/>
              </a:lnSpc>
              <a:buNone/>
              <a:tabLst>
                <a:tab pos="0" algn="l"/>
              </a:tabLst>
            </a:pPr>
            <a:r>
              <a:rPr lang="en" sz="2600" b="0" strike="noStrike" spc="-1">
                <a:solidFill>
                  <a:schemeClr val="dk1"/>
                </a:solidFill>
                <a:latin typeface="Manrope"/>
                <a:ea typeface="Manrope"/>
              </a:rPr>
              <a:t>Overview of PDF Reader Library</a:t>
            </a:r>
            <a:endParaRPr lang="fr-FR" sz="2600" b="0" strike="noStrike" spc="-1">
              <a:solidFill>
                <a:schemeClr val="dk1"/>
              </a:solidFill>
              <a:latin typeface="Arial"/>
            </a:endParaRPr>
          </a:p>
        </p:txBody>
      </p:sp>
      <p:sp>
        <p:nvSpPr>
          <p:cNvPr id="69" name="PlaceHolder 2"/>
          <p:cNvSpPr>
            <a:spLocks noGrp="1"/>
          </p:cNvSpPr>
          <p:nvPr>
            <p:ph type="subTitle"/>
          </p:nvPr>
        </p:nvSpPr>
        <p:spPr>
          <a:xfrm>
            <a:off x="790560" y="1428840"/>
            <a:ext cx="4209840" cy="300960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600" b="0" strike="noStrike" spc="-1" dirty="0">
                <a:solidFill>
                  <a:schemeClr val="dk1"/>
                </a:solidFill>
                <a:latin typeface="Open Sans"/>
                <a:ea typeface="Open Sans"/>
              </a:rPr>
              <a:t>The PDF Reader library in Python allows users to extract text information from PDF documents effortlessly. It supports a variety of PDF formats and offers functionalities that help in accessing text by pages or whole documents.</a:t>
            </a:r>
            <a:endParaRPr lang="en-US" sz="1600" b="0" strike="noStrike" spc="-1" dirty="0">
              <a:solidFill>
                <a:srgbClr val="000000"/>
              </a:solidFill>
              <a:latin typeface="OpenSymbol"/>
            </a:endParaRPr>
          </a:p>
        </p:txBody>
      </p:sp>
      <p:pic>
        <p:nvPicPr>
          <p:cNvPr id="70" name="Google Shape;160;p31"/>
          <p:cNvPicPr/>
          <p:nvPr/>
        </p:nvPicPr>
        <p:blipFill>
          <a:blip r:embed="rId2"/>
          <a:srcRect l="38342" r="11029"/>
          <a:stretch/>
        </p:blipFill>
        <p:spPr>
          <a:xfrm>
            <a:off x="5230800" y="0"/>
            <a:ext cx="3912840" cy="5150880"/>
          </a:xfrm>
          <a:prstGeom prst="rect">
            <a:avLst/>
          </a:prstGeom>
          <a:ln w="0">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1028880" y="1047600"/>
            <a:ext cx="7676640" cy="923400"/>
          </a:xfrm>
          <a:prstGeom prst="rect">
            <a:avLst/>
          </a:prstGeom>
          <a:noFill/>
          <a:ln w="0">
            <a:noFill/>
          </a:ln>
        </p:spPr>
        <p:txBody>
          <a:bodyPr lIns="91440" tIns="91440" rIns="91440" bIns="91440" anchor="b">
            <a:normAutofit/>
          </a:bodyPr>
          <a:lstStyle/>
          <a:p>
            <a:pPr indent="0" algn="r">
              <a:lnSpc>
                <a:spcPct val="100000"/>
              </a:lnSpc>
              <a:buNone/>
              <a:tabLst>
                <a:tab pos="0" algn="l"/>
              </a:tabLst>
            </a:pPr>
            <a:r>
              <a:rPr lang="en" sz="3000" b="0" strike="noStrike" spc="-1">
                <a:solidFill>
                  <a:schemeClr val="dk1"/>
                </a:solidFill>
                <a:latin typeface="Manrope"/>
                <a:ea typeface="Manrope"/>
              </a:rPr>
              <a:t>Installation and Setup</a:t>
            </a:r>
            <a:endParaRPr lang="fr-FR" sz="3000" b="0" strike="noStrike" spc="-1">
              <a:solidFill>
                <a:schemeClr val="dk1"/>
              </a:solidFill>
              <a:latin typeface="Arial"/>
            </a:endParaRPr>
          </a:p>
        </p:txBody>
      </p:sp>
      <p:sp>
        <p:nvSpPr>
          <p:cNvPr id="72" name="PlaceHolder 2"/>
          <p:cNvSpPr>
            <a:spLocks noGrp="1"/>
          </p:cNvSpPr>
          <p:nvPr>
            <p:ph type="subTitle"/>
          </p:nvPr>
        </p:nvSpPr>
        <p:spPr>
          <a:xfrm>
            <a:off x="1028880" y="2295360"/>
            <a:ext cx="5143320" cy="219024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600" b="0" strike="noStrike" spc="-1" dirty="0">
                <a:solidFill>
                  <a:schemeClr val="dk1"/>
                </a:solidFill>
                <a:latin typeface="Open Sans"/>
                <a:ea typeface="Open Sans"/>
              </a:rPr>
              <a:t>To install the PDF Reader library, you can use pip: `pip install PyPDF2`. After installation, you need to import the library into your Python script to begin reading PDF files.</a:t>
            </a:r>
            <a:endParaRPr lang="en-US" sz="1600" b="0" strike="noStrike" spc="-1" dirty="0">
              <a:solidFill>
                <a:srgbClr val="000000"/>
              </a:solidFill>
              <a:latin typeface="OpenSymbol"/>
            </a:endParaRPr>
          </a:p>
        </p:txBody>
      </p:sp>
      <p:cxnSp>
        <p:nvCxnSpPr>
          <p:cNvPr id="73" name="Google Shape;177;p33"/>
          <p:cNvCxnSpPr/>
          <p:nvPr/>
        </p:nvCxnSpPr>
        <p:spPr>
          <a:xfrm>
            <a:off x="-5040" y="2017440"/>
            <a:ext cx="9182160" cy="360"/>
          </a:xfrm>
          <a:prstGeom prst="straightConnector1">
            <a:avLst/>
          </a:prstGeom>
          <a:ln w="9525">
            <a:solidFill>
              <a:srgbClr val="2B3D2D"/>
            </a:solidFill>
            <a:round/>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1028880" y="0"/>
            <a:ext cx="7676640" cy="923400"/>
          </a:xfrm>
          <a:prstGeom prst="rect">
            <a:avLst/>
          </a:prstGeom>
          <a:noFill/>
          <a:ln w="0">
            <a:noFill/>
          </a:ln>
        </p:spPr>
        <p:txBody>
          <a:bodyPr lIns="91440" tIns="91440" rIns="91440" bIns="91440" anchor="b">
            <a:normAutofit/>
          </a:bodyPr>
          <a:lstStyle/>
          <a:p>
            <a:pPr indent="0" algn="r">
              <a:lnSpc>
                <a:spcPct val="100000"/>
              </a:lnSpc>
              <a:buNone/>
              <a:tabLst>
                <a:tab pos="0" algn="l"/>
              </a:tabLst>
            </a:pPr>
            <a:r>
              <a:rPr lang="en" sz="3000" b="0" strike="noStrike" spc="-1" dirty="0">
                <a:solidFill>
                  <a:schemeClr val="dk1"/>
                </a:solidFill>
                <a:latin typeface="Manrope"/>
                <a:ea typeface="Manrope"/>
              </a:rPr>
              <a:t>Basic Usage and Features</a:t>
            </a:r>
            <a:endParaRPr lang="fr-FR" sz="3000" b="0" strike="noStrike" spc="-1" dirty="0">
              <a:solidFill>
                <a:schemeClr val="dk1"/>
              </a:solidFill>
              <a:latin typeface="Arial"/>
            </a:endParaRPr>
          </a:p>
        </p:txBody>
      </p:sp>
      <p:cxnSp>
        <p:nvCxnSpPr>
          <p:cNvPr id="76" name="Google Shape;177;p33"/>
          <p:cNvCxnSpPr/>
          <p:nvPr/>
        </p:nvCxnSpPr>
        <p:spPr>
          <a:xfrm>
            <a:off x="-38160" y="923400"/>
            <a:ext cx="9182160" cy="360"/>
          </a:xfrm>
          <a:prstGeom prst="straightConnector1">
            <a:avLst/>
          </a:prstGeom>
          <a:ln w="9525">
            <a:solidFill>
              <a:srgbClr val="2B3D2D"/>
            </a:solidFill>
            <a:round/>
          </a:ln>
        </p:spPr>
      </p:cxnSp>
      <p:sp>
        <p:nvSpPr>
          <p:cNvPr id="3" name="Subtitle 2">
            <a:extLst>
              <a:ext uri="{FF2B5EF4-FFF2-40B4-BE49-F238E27FC236}">
                <a16:creationId xmlns:a16="http://schemas.microsoft.com/office/drawing/2014/main" id="{71BE40A4-3AD7-7A0B-4301-9D2A54BF99F3}"/>
              </a:ext>
            </a:extLst>
          </p:cNvPr>
          <p:cNvSpPr>
            <a:spLocks noGrp="1" noChangeArrowheads="1"/>
          </p:cNvSpPr>
          <p:nvPr>
            <p:ph type="subTitle"/>
          </p:nvPr>
        </p:nvSpPr>
        <p:spPr bwMode="auto">
          <a:xfrm>
            <a:off x="173773" y="1323486"/>
            <a:ext cx="9180205" cy="2646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1371600" lvl="3" indent="0" eaLnBrk="0" fontAlgn="base" hangingPunct="0">
              <a:lnSpc>
                <a:spcPct val="100000"/>
              </a:lnSpc>
              <a:spcBef>
                <a:spcPct val="0"/>
              </a:spcBef>
              <a:spcAft>
                <a:spcPct val="0"/>
              </a:spcAft>
              <a:buNone/>
            </a:pPr>
            <a:endParaRPr kumimoji="0" lang="en-US" altLang="en-US" sz="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Open the application by running the Python script.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Select PDF File:</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Click the </a:t>
            </a:r>
            <a:r>
              <a:rPr kumimoji="0" lang="en-US" altLang="en-US" sz="1400" b="1" i="0" u="none" strike="noStrike" cap="none" normalizeH="0" baseline="0" dirty="0">
                <a:ln>
                  <a:noFill/>
                </a:ln>
                <a:solidFill>
                  <a:schemeClr val="tx1"/>
                </a:solidFill>
                <a:effectLst/>
                <a:latin typeface="Arial" panose="020B0604020202020204" pitchFamily="34" charset="0"/>
              </a:rPr>
              <a:t>"Browse"</a:t>
            </a:r>
            <a:r>
              <a:rPr kumimoji="0" lang="en-US" altLang="en-US" sz="1400" b="0" i="0" u="none" strike="noStrike" cap="none" normalizeH="0" baseline="0" dirty="0">
                <a:ln>
                  <a:noFill/>
                </a:ln>
                <a:solidFill>
                  <a:schemeClr val="tx1"/>
                </a:solidFill>
                <a:effectLst/>
                <a:latin typeface="Arial" panose="020B0604020202020204" pitchFamily="34" charset="0"/>
              </a:rPr>
              <a:t> button next to "Select PDF File" and choose a </a:t>
            </a:r>
            <a:r>
              <a:rPr kumimoji="0" lang="en-US" altLang="en-US" sz="1400" b="0" i="0" u="none" strike="noStrike" cap="none" normalizeH="0" baseline="0" dirty="0">
                <a:ln>
                  <a:noFill/>
                </a:ln>
                <a:solidFill>
                  <a:schemeClr val="tx1"/>
                </a:solidFill>
                <a:effectLst/>
                <a:latin typeface="Arial Unicode MS"/>
              </a:rPr>
              <a:t>.pdf</a:t>
            </a:r>
            <a:r>
              <a:rPr kumimoji="0" lang="en-US" altLang="en-US" sz="1400" b="0" i="0" u="none" strike="noStrike" cap="none" normalizeH="0" baseline="0" dirty="0">
                <a:ln>
                  <a:noFill/>
                </a:ln>
                <a:solidFill>
                  <a:schemeClr val="tx1"/>
                </a:solidFill>
                <a:effectLst/>
              </a:rPr>
              <a:t> file.</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Select Output Location:</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Click the </a:t>
            </a:r>
            <a:r>
              <a:rPr kumimoji="0" lang="en-US" altLang="en-US" sz="1400" b="1" i="0" u="none" strike="noStrike" cap="none" normalizeH="0" baseline="0" dirty="0">
                <a:ln>
                  <a:noFill/>
                </a:ln>
                <a:solidFill>
                  <a:schemeClr val="tx1"/>
                </a:solidFill>
                <a:effectLst/>
                <a:latin typeface="Arial" panose="020B0604020202020204" pitchFamily="34" charset="0"/>
              </a:rPr>
              <a:t>"Browse"</a:t>
            </a:r>
            <a:r>
              <a:rPr kumimoji="0" lang="en-US" altLang="en-US" sz="1400" b="0" i="0" u="none" strike="noStrike" cap="none" normalizeH="0" baseline="0" dirty="0">
                <a:ln>
                  <a:noFill/>
                </a:ln>
                <a:solidFill>
                  <a:schemeClr val="tx1"/>
                </a:solidFill>
                <a:effectLst/>
                <a:latin typeface="Arial" panose="020B0604020202020204" pitchFamily="34" charset="0"/>
              </a:rPr>
              <a:t> button next to "Select Output Location" to choose where the audio file will be saved.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Convert to Audio:</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Click the </a:t>
            </a:r>
            <a:r>
              <a:rPr kumimoji="0" lang="en-US" altLang="en-US" sz="1400" b="1" i="0" u="none" strike="noStrike" cap="none" normalizeH="0" baseline="0" dirty="0">
                <a:ln>
                  <a:noFill/>
                </a:ln>
                <a:solidFill>
                  <a:schemeClr val="tx1"/>
                </a:solidFill>
                <a:effectLst/>
                <a:latin typeface="Arial" panose="020B0604020202020204" pitchFamily="34" charset="0"/>
              </a:rPr>
              <a:t>"Convert to Audio"</a:t>
            </a:r>
            <a:r>
              <a:rPr kumimoji="0" lang="en-US" altLang="en-US" sz="1400" b="0" i="0" u="none" strike="noStrike" cap="none" normalizeH="0" baseline="0" dirty="0">
                <a:ln>
                  <a:noFill/>
                </a:ln>
                <a:solidFill>
                  <a:schemeClr val="tx1"/>
                </a:solidFill>
                <a:effectLst/>
                <a:latin typeface="Arial" panose="020B0604020202020204" pitchFamily="34" charset="0"/>
              </a:rPr>
              <a:t> button.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The app extracts text from the PDF and converts it into an </a:t>
            </a:r>
            <a:r>
              <a:rPr kumimoji="0" lang="en-US" altLang="en-US" sz="1400" b="0" i="0" u="none" strike="noStrike" cap="none" normalizeH="0" baseline="0" dirty="0">
                <a:ln>
                  <a:noFill/>
                </a:ln>
                <a:solidFill>
                  <a:schemeClr val="tx1"/>
                </a:solidFill>
                <a:effectLst/>
                <a:latin typeface="Arial Unicode MS"/>
              </a:rPr>
              <a:t>.mp3</a:t>
            </a:r>
            <a:r>
              <a:rPr kumimoji="0" lang="en-US" altLang="en-US" sz="1400" b="0" i="0" u="none" strike="noStrike" cap="none" normalizeH="0" baseline="0" dirty="0">
                <a:ln>
                  <a:noFill/>
                </a:ln>
                <a:solidFill>
                  <a:schemeClr val="tx1"/>
                </a:solidFill>
                <a:effectLst/>
              </a:rPr>
              <a:t> audio file using </a:t>
            </a:r>
            <a:r>
              <a:rPr kumimoji="0" lang="en-US" altLang="en-US" sz="1400" b="1" i="0" u="none" strike="noStrike" cap="none" normalizeH="0" baseline="0" dirty="0">
                <a:ln>
                  <a:noFill/>
                </a:ln>
                <a:solidFill>
                  <a:schemeClr val="tx1"/>
                </a:solidFill>
                <a:effectLst/>
                <a:latin typeface="Arial" panose="020B0604020202020204" pitchFamily="34" charset="0"/>
              </a:rPr>
              <a:t>Google Text-to-Speech (</a:t>
            </a:r>
            <a:r>
              <a:rPr kumimoji="0" lang="en-US" altLang="en-US" sz="1400" b="1" i="0" u="none" strike="noStrike" cap="none" normalizeH="0" baseline="0" dirty="0" err="1">
                <a:ln>
                  <a:noFill/>
                </a:ln>
                <a:solidFill>
                  <a:schemeClr val="tx1"/>
                </a:solidFill>
                <a:effectLst/>
                <a:latin typeface="Arial" panose="020B0604020202020204" pitchFamily="34" charset="0"/>
              </a:rPr>
              <a:t>gTTS</a:t>
            </a:r>
            <a:r>
              <a:rPr kumimoji="0" lang="en-US" altLang="en-US" sz="1400" b="1" i="0" u="none" strike="noStrike" cap="none" normalizeH="0" baseline="0" dirty="0">
                <a:ln>
                  <a:noFill/>
                </a:ln>
                <a:solidFill>
                  <a:schemeClr val="tx1"/>
                </a:solidFill>
                <a:effectLst/>
                <a:latin typeface="Arial" panose="020B0604020202020204" pitchFamily="34" charset="0"/>
              </a:rPr>
              <a:t>)</a:t>
            </a:r>
            <a:r>
              <a:rPr kumimoji="0" lang="en-US" altLang="en-US" sz="1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Listen to the Audio:</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Once done, a message shows where the audio file is saved. Open it with any media player.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7" name="Google Shape;165;p32"/>
          <p:cNvCxnSpPr/>
          <p:nvPr/>
        </p:nvCxnSpPr>
        <p:spPr>
          <a:xfrm>
            <a:off x="-5040" y="2723760"/>
            <a:ext cx="9182160" cy="360"/>
          </a:xfrm>
          <a:prstGeom prst="straightConnector1">
            <a:avLst/>
          </a:prstGeom>
          <a:ln w="9525">
            <a:solidFill>
              <a:srgbClr val="EBE8DE"/>
            </a:solidFill>
            <a:round/>
          </a:ln>
        </p:spPr>
      </p:cxnSp>
      <p:pic>
        <p:nvPicPr>
          <p:cNvPr id="78" name="Google Shape;166;p32"/>
          <p:cNvPicPr/>
          <p:nvPr/>
        </p:nvPicPr>
        <p:blipFill>
          <a:blip r:embed="rId2"/>
          <a:srcRect t="930" b="930"/>
          <a:stretch/>
        </p:blipFill>
        <p:spPr>
          <a:xfrm>
            <a:off x="0" y="0"/>
            <a:ext cx="3493080" cy="5143320"/>
          </a:xfrm>
          <a:prstGeom prst="rect">
            <a:avLst/>
          </a:prstGeom>
          <a:ln w="0">
            <a:noFill/>
          </a:ln>
        </p:spPr>
      </p:pic>
      <p:sp>
        <p:nvSpPr>
          <p:cNvPr id="79" name="PlaceHolder 1"/>
          <p:cNvSpPr>
            <a:spLocks noGrp="1"/>
          </p:cNvSpPr>
          <p:nvPr>
            <p:ph type="title"/>
          </p:nvPr>
        </p:nvSpPr>
        <p:spPr>
          <a:xfrm>
            <a:off x="3638520" y="2771640"/>
            <a:ext cx="4790880" cy="1837800"/>
          </a:xfrm>
          <a:prstGeom prst="rect">
            <a:avLst/>
          </a:prstGeom>
          <a:noFill/>
          <a:ln w="0">
            <a:noFill/>
          </a:ln>
        </p:spPr>
        <p:txBody>
          <a:bodyPr lIns="91440" tIns="91440" rIns="91440" bIns="91440" anchor="t">
            <a:normAutofit/>
          </a:bodyPr>
          <a:lstStyle/>
          <a:p>
            <a:pPr indent="0" algn="r">
              <a:lnSpc>
                <a:spcPct val="100000"/>
              </a:lnSpc>
              <a:buNone/>
              <a:tabLst>
                <a:tab pos="0" algn="l"/>
              </a:tabLst>
            </a:pPr>
            <a:r>
              <a:rPr lang="en" sz="4000" b="0" strike="noStrike" spc="-1">
                <a:solidFill>
                  <a:schemeClr val="lt1"/>
                </a:solidFill>
                <a:latin typeface="Manrope"/>
                <a:ea typeface="Manrope"/>
              </a:rPr>
              <a:t>Text-to-Speech Conversion</a:t>
            </a:r>
            <a:endParaRPr lang="fr-FR" sz="4000" b="0" strike="noStrike" spc="-1">
              <a:solidFill>
                <a:schemeClr val="dk1"/>
              </a:solidFill>
              <a:latin typeface="Arial"/>
            </a:endParaRPr>
          </a:p>
        </p:txBody>
      </p:sp>
      <p:sp>
        <p:nvSpPr>
          <p:cNvPr id="80" name="PlaceHolder 2"/>
          <p:cNvSpPr>
            <a:spLocks noGrp="1"/>
          </p:cNvSpPr>
          <p:nvPr>
            <p:ph type="title"/>
          </p:nvPr>
        </p:nvSpPr>
        <p:spPr>
          <a:xfrm>
            <a:off x="3638520" y="295200"/>
            <a:ext cx="1371240" cy="637920"/>
          </a:xfrm>
          <a:prstGeom prst="rect">
            <a:avLst/>
          </a:prstGeom>
          <a:noFill/>
          <a:ln w="0">
            <a:noFill/>
          </a:ln>
        </p:spPr>
        <p:txBody>
          <a:bodyPr lIns="91440" tIns="91440" rIns="91440" bIns="91440" anchor="ctr">
            <a:normAutofit fontScale="90000"/>
          </a:bodyPr>
          <a:lstStyle/>
          <a:p>
            <a:pPr indent="0">
              <a:lnSpc>
                <a:spcPct val="100000"/>
              </a:lnSpc>
              <a:buNone/>
              <a:tabLst>
                <a:tab pos="0" algn="l"/>
              </a:tabLst>
            </a:pPr>
            <a:r>
              <a:rPr lang="en" sz="6000" b="0" strike="noStrike" spc="-1">
                <a:solidFill>
                  <a:schemeClr val="lt1"/>
                </a:solidFill>
                <a:latin typeface="Carattere"/>
                <a:ea typeface="Carattere"/>
              </a:rPr>
              <a:t>02</a:t>
            </a:r>
            <a:endParaRPr lang="fr-FR" sz="6000" b="0" strike="noStrike" spc="-1">
              <a:solidFill>
                <a:schemeClr val="dk1"/>
              </a:solidFill>
              <a:latin typeface="Arial"/>
            </a:endParaRPr>
          </a:p>
        </p:txBody>
      </p:sp>
      <p:cxnSp>
        <p:nvCxnSpPr>
          <p:cNvPr id="81" name="Google Shape;169;p32"/>
          <p:cNvCxnSpPr/>
          <p:nvPr/>
        </p:nvCxnSpPr>
        <p:spPr>
          <a:xfrm>
            <a:off x="-5040" y="1036440"/>
            <a:ext cx="9182160" cy="360"/>
          </a:xfrm>
          <a:prstGeom prst="straightConnector1">
            <a:avLst/>
          </a:prstGeom>
          <a:ln w="9525">
            <a:solidFill>
              <a:srgbClr val="EBE8DE"/>
            </a:solidFill>
            <a:round/>
          </a:ln>
        </p:spPr>
      </p:cxnSp>
      <p:cxnSp>
        <p:nvCxnSpPr>
          <p:cNvPr id="82" name="Google Shape;170;p32"/>
          <p:cNvCxnSpPr/>
          <p:nvPr/>
        </p:nvCxnSpPr>
        <p:spPr>
          <a:xfrm>
            <a:off x="-5040" y="1036440"/>
            <a:ext cx="3427200" cy="360"/>
          </a:xfrm>
          <a:prstGeom prst="straightConnector1">
            <a:avLst/>
          </a:prstGeom>
          <a:ln w="9525">
            <a:solidFill>
              <a:srgbClr val="EBE8DE"/>
            </a:solidFill>
            <a:round/>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3" name="Google Shape;157;p31"/>
          <p:cNvCxnSpPr/>
          <p:nvPr/>
        </p:nvCxnSpPr>
        <p:spPr>
          <a:xfrm>
            <a:off x="-5040" y="1311120"/>
            <a:ext cx="9182160" cy="360"/>
          </a:xfrm>
          <a:prstGeom prst="straightConnector1">
            <a:avLst/>
          </a:prstGeom>
          <a:ln w="9525">
            <a:solidFill>
              <a:srgbClr val="2B3D2D"/>
            </a:solidFill>
            <a:round/>
          </a:ln>
        </p:spPr>
      </p:cxnSp>
      <p:sp>
        <p:nvSpPr>
          <p:cNvPr id="84" name="PlaceHolder 1"/>
          <p:cNvSpPr>
            <a:spLocks noGrp="1"/>
          </p:cNvSpPr>
          <p:nvPr>
            <p:ph type="title"/>
          </p:nvPr>
        </p:nvSpPr>
        <p:spPr>
          <a:xfrm>
            <a:off x="324000" y="209520"/>
            <a:ext cx="4667040" cy="1028520"/>
          </a:xfrm>
          <a:prstGeom prst="rect">
            <a:avLst/>
          </a:prstGeom>
          <a:noFill/>
          <a:ln w="0">
            <a:noFill/>
          </a:ln>
        </p:spPr>
        <p:txBody>
          <a:bodyPr lIns="91440" tIns="91440" rIns="91440" bIns="91440" anchor="b">
            <a:normAutofit/>
          </a:bodyPr>
          <a:lstStyle/>
          <a:p>
            <a:pPr indent="0">
              <a:lnSpc>
                <a:spcPct val="100000"/>
              </a:lnSpc>
              <a:buNone/>
              <a:tabLst>
                <a:tab pos="0" algn="l"/>
              </a:tabLst>
            </a:pPr>
            <a:r>
              <a:rPr lang="en" sz="2600" b="0" strike="noStrike" spc="-1">
                <a:solidFill>
                  <a:schemeClr val="dk1"/>
                </a:solidFill>
                <a:latin typeface="Manrope"/>
                <a:ea typeface="Manrope"/>
              </a:rPr>
              <a:t>Introduction to gTTS</a:t>
            </a:r>
            <a:endParaRPr lang="fr-FR" sz="2600" b="0" strike="noStrike" spc="-1">
              <a:solidFill>
                <a:schemeClr val="dk1"/>
              </a:solidFill>
              <a:latin typeface="Arial"/>
            </a:endParaRPr>
          </a:p>
        </p:txBody>
      </p:sp>
      <p:sp>
        <p:nvSpPr>
          <p:cNvPr id="85" name="PlaceHolder 2"/>
          <p:cNvSpPr>
            <a:spLocks noGrp="1"/>
          </p:cNvSpPr>
          <p:nvPr>
            <p:ph type="subTitle"/>
          </p:nvPr>
        </p:nvSpPr>
        <p:spPr>
          <a:xfrm>
            <a:off x="790560" y="1428840"/>
            <a:ext cx="4209840" cy="300960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600" b="0" strike="noStrike" spc="-1" dirty="0">
                <a:solidFill>
                  <a:schemeClr val="dk1"/>
                </a:solidFill>
                <a:latin typeface="Open Sans"/>
                <a:ea typeface="Open Sans"/>
              </a:rPr>
              <a:t>The gTTS (Google Text-to-Speech) library enables the conversion of text to speech using Google's TTS API. It supports multiple languages and allows users to generate speech files in MP3 format quickly.</a:t>
            </a:r>
            <a:endParaRPr lang="en-US" sz="1600" b="0" strike="noStrike" spc="-1" dirty="0">
              <a:solidFill>
                <a:srgbClr val="000000"/>
              </a:solidFill>
              <a:latin typeface="OpenSymbol"/>
            </a:endParaRPr>
          </a:p>
        </p:txBody>
      </p:sp>
      <p:pic>
        <p:nvPicPr>
          <p:cNvPr id="86" name="Google Shape;160;p31"/>
          <p:cNvPicPr/>
          <p:nvPr/>
        </p:nvPicPr>
        <p:blipFill>
          <a:blip r:embed="rId2"/>
          <a:srcRect l="38342" r="11029"/>
          <a:stretch/>
        </p:blipFill>
        <p:spPr>
          <a:xfrm>
            <a:off x="5230800" y="0"/>
            <a:ext cx="3912840" cy="5150880"/>
          </a:xfrm>
          <a:prstGeom prst="rect">
            <a:avLst/>
          </a:prstGeom>
          <a:ln w="0">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1028880" y="1047600"/>
            <a:ext cx="7676640" cy="923400"/>
          </a:xfrm>
          <a:prstGeom prst="rect">
            <a:avLst/>
          </a:prstGeom>
          <a:noFill/>
          <a:ln w="0">
            <a:noFill/>
          </a:ln>
        </p:spPr>
        <p:txBody>
          <a:bodyPr lIns="91440" tIns="91440" rIns="91440" bIns="91440" anchor="b">
            <a:normAutofit/>
          </a:bodyPr>
          <a:lstStyle/>
          <a:p>
            <a:pPr indent="0" algn="r">
              <a:lnSpc>
                <a:spcPct val="100000"/>
              </a:lnSpc>
              <a:buNone/>
              <a:tabLst>
                <a:tab pos="0" algn="l"/>
              </a:tabLst>
            </a:pPr>
            <a:r>
              <a:rPr lang="en" sz="3000" b="0" strike="noStrike" spc="-1">
                <a:solidFill>
                  <a:schemeClr val="dk1"/>
                </a:solidFill>
                <a:latin typeface="Manrope"/>
                <a:ea typeface="Manrope"/>
              </a:rPr>
              <a:t>Integrating gTTS with PDF Reader</a:t>
            </a:r>
            <a:endParaRPr lang="fr-FR" sz="3000" b="0" strike="noStrike" spc="-1">
              <a:solidFill>
                <a:schemeClr val="dk1"/>
              </a:solidFill>
              <a:latin typeface="Arial"/>
            </a:endParaRPr>
          </a:p>
        </p:txBody>
      </p:sp>
      <p:sp>
        <p:nvSpPr>
          <p:cNvPr id="88" name="PlaceHolder 2"/>
          <p:cNvSpPr>
            <a:spLocks noGrp="1"/>
          </p:cNvSpPr>
          <p:nvPr>
            <p:ph type="subTitle"/>
          </p:nvPr>
        </p:nvSpPr>
        <p:spPr>
          <a:xfrm>
            <a:off x="1028880" y="2295360"/>
            <a:ext cx="5143320" cy="219024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600" b="0" strike="noStrike" spc="-1" dirty="0">
                <a:solidFill>
                  <a:schemeClr val="dk1"/>
                </a:solidFill>
                <a:latin typeface="Open Sans"/>
                <a:ea typeface="Open Sans"/>
              </a:rPr>
              <a:t>To integrate gTTS with PDF Reader, extract the text from the PDF using the PDF Reader library. Once the text is available, feed it into the gTTS library to generate audio output.</a:t>
            </a:r>
            <a:endParaRPr lang="en-US" sz="1600" b="0" strike="noStrike" spc="-1" dirty="0">
              <a:solidFill>
                <a:srgbClr val="000000"/>
              </a:solidFill>
              <a:latin typeface="OpenSymbol"/>
            </a:endParaRPr>
          </a:p>
        </p:txBody>
      </p:sp>
      <p:cxnSp>
        <p:nvCxnSpPr>
          <p:cNvPr id="89" name="Google Shape;177;p33"/>
          <p:cNvCxnSpPr/>
          <p:nvPr/>
        </p:nvCxnSpPr>
        <p:spPr>
          <a:xfrm>
            <a:off x="-5040" y="2017440"/>
            <a:ext cx="9182160" cy="360"/>
          </a:xfrm>
          <a:prstGeom prst="straightConnector1">
            <a:avLst/>
          </a:prstGeom>
          <a:ln w="9525">
            <a:solidFill>
              <a:srgbClr val="2B3D2D"/>
            </a:solidFill>
            <a:round/>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PlaceHolder 1"/>
          <p:cNvSpPr>
            <a:spLocks noGrp="1"/>
          </p:cNvSpPr>
          <p:nvPr>
            <p:ph type="title"/>
          </p:nvPr>
        </p:nvSpPr>
        <p:spPr>
          <a:xfrm>
            <a:off x="1028880" y="1047600"/>
            <a:ext cx="7676640" cy="923400"/>
          </a:xfrm>
          <a:prstGeom prst="rect">
            <a:avLst/>
          </a:prstGeom>
          <a:noFill/>
          <a:ln w="0">
            <a:noFill/>
          </a:ln>
        </p:spPr>
        <p:txBody>
          <a:bodyPr lIns="91440" tIns="91440" rIns="91440" bIns="91440" anchor="b">
            <a:normAutofit/>
          </a:bodyPr>
          <a:lstStyle/>
          <a:p>
            <a:pPr indent="0" algn="r">
              <a:lnSpc>
                <a:spcPct val="100000"/>
              </a:lnSpc>
              <a:buNone/>
              <a:tabLst>
                <a:tab pos="0" algn="l"/>
              </a:tabLst>
            </a:pPr>
            <a:r>
              <a:rPr lang="en" sz="3000" b="0" strike="noStrike" spc="-1">
                <a:solidFill>
                  <a:schemeClr val="dk1"/>
                </a:solidFill>
                <a:latin typeface="Manrope"/>
                <a:ea typeface="Manrope"/>
              </a:rPr>
              <a:t>Saving Audio Files</a:t>
            </a:r>
            <a:endParaRPr lang="fr-FR" sz="3000" b="0" strike="noStrike" spc="-1">
              <a:solidFill>
                <a:schemeClr val="dk1"/>
              </a:solidFill>
              <a:latin typeface="Arial"/>
            </a:endParaRPr>
          </a:p>
        </p:txBody>
      </p:sp>
      <p:sp>
        <p:nvSpPr>
          <p:cNvPr id="91" name="PlaceHolder 2"/>
          <p:cNvSpPr>
            <a:spLocks noGrp="1"/>
          </p:cNvSpPr>
          <p:nvPr>
            <p:ph type="subTitle"/>
          </p:nvPr>
        </p:nvSpPr>
        <p:spPr>
          <a:xfrm>
            <a:off x="1028880" y="2295360"/>
            <a:ext cx="5143320" cy="219024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600" b="0" strike="noStrike" spc="-1" dirty="0">
                <a:solidFill>
                  <a:schemeClr val="dk1"/>
                </a:solidFill>
                <a:latin typeface="Open Sans"/>
                <a:ea typeface="Open Sans"/>
              </a:rPr>
              <a:t>After generating the audio using gTTS, save the audio content to an MP3 file. This is typically done using the `save` method, allowing for easy playback and distribution</a:t>
            </a:r>
            <a:r>
              <a:rPr lang="en" sz="1200" b="0" strike="noStrike" spc="-1" dirty="0">
                <a:solidFill>
                  <a:schemeClr val="dk1"/>
                </a:solidFill>
                <a:latin typeface="Open Sans"/>
                <a:ea typeface="Open Sans"/>
              </a:rPr>
              <a:t>.</a:t>
            </a:r>
            <a:endParaRPr lang="en-US" sz="1200" b="0" strike="noStrike" spc="-1" dirty="0">
              <a:solidFill>
                <a:srgbClr val="000000"/>
              </a:solidFill>
              <a:latin typeface="OpenSymbol"/>
            </a:endParaRPr>
          </a:p>
        </p:txBody>
      </p:sp>
      <p:cxnSp>
        <p:nvCxnSpPr>
          <p:cNvPr id="92" name="Google Shape;177;p33"/>
          <p:cNvCxnSpPr/>
          <p:nvPr/>
        </p:nvCxnSpPr>
        <p:spPr>
          <a:xfrm>
            <a:off x="-5040" y="2017440"/>
            <a:ext cx="9182160" cy="360"/>
          </a:xfrm>
          <a:prstGeom prst="straightConnector1">
            <a:avLst/>
          </a:prstGeom>
          <a:ln w="9525">
            <a:solidFill>
              <a:srgbClr val="2B3D2D"/>
            </a:solidFill>
            <a:round/>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3" name="Google Shape;165;p32"/>
          <p:cNvCxnSpPr/>
          <p:nvPr/>
        </p:nvCxnSpPr>
        <p:spPr>
          <a:xfrm>
            <a:off x="-5040" y="2723760"/>
            <a:ext cx="9182160" cy="360"/>
          </a:xfrm>
          <a:prstGeom prst="straightConnector1">
            <a:avLst/>
          </a:prstGeom>
          <a:ln w="9525">
            <a:solidFill>
              <a:srgbClr val="EBE8DE"/>
            </a:solidFill>
            <a:round/>
          </a:ln>
        </p:spPr>
      </p:cxnSp>
      <p:pic>
        <p:nvPicPr>
          <p:cNvPr id="94" name="Google Shape;166;p32"/>
          <p:cNvPicPr/>
          <p:nvPr/>
        </p:nvPicPr>
        <p:blipFill>
          <a:blip r:embed="rId2"/>
          <a:srcRect t="930" b="930"/>
          <a:stretch/>
        </p:blipFill>
        <p:spPr>
          <a:xfrm>
            <a:off x="0" y="0"/>
            <a:ext cx="3493080" cy="5143320"/>
          </a:xfrm>
          <a:prstGeom prst="rect">
            <a:avLst/>
          </a:prstGeom>
          <a:ln w="0">
            <a:noFill/>
          </a:ln>
        </p:spPr>
      </p:pic>
      <p:sp>
        <p:nvSpPr>
          <p:cNvPr id="95" name="PlaceHolder 1"/>
          <p:cNvSpPr>
            <a:spLocks noGrp="1"/>
          </p:cNvSpPr>
          <p:nvPr>
            <p:ph type="title"/>
          </p:nvPr>
        </p:nvSpPr>
        <p:spPr>
          <a:xfrm>
            <a:off x="3638520" y="2771640"/>
            <a:ext cx="4790880" cy="1837800"/>
          </a:xfrm>
          <a:prstGeom prst="rect">
            <a:avLst/>
          </a:prstGeom>
          <a:noFill/>
          <a:ln w="0">
            <a:noFill/>
          </a:ln>
        </p:spPr>
        <p:txBody>
          <a:bodyPr lIns="91440" tIns="91440" rIns="91440" bIns="91440" anchor="t">
            <a:normAutofit/>
          </a:bodyPr>
          <a:lstStyle/>
          <a:p>
            <a:pPr indent="0" algn="r">
              <a:lnSpc>
                <a:spcPct val="100000"/>
              </a:lnSpc>
              <a:buNone/>
              <a:tabLst>
                <a:tab pos="0" algn="l"/>
              </a:tabLst>
            </a:pPr>
            <a:r>
              <a:rPr lang="en" sz="4000" b="0" strike="noStrike" spc="-1">
                <a:solidFill>
                  <a:schemeClr val="lt1"/>
                </a:solidFill>
                <a:latin typeface="Manrope"/>
                <a:ea typeface="Manrope"/>
              </a:rPr>
              <a:t>Audio Processing</a:t>
            </a:r>
            <a:endParaRPr lang="fr-FR" sz="4000" b="0" strike="noStrike" spc="-1">
              <a:solidFill>
                <a:schemeClr val="dk1"/>
              </a:solidFill>
              <a:latin typeface="Arial"/>
            </a:endParaRPr>
          </a:p>
        </p:txBody>
      </p:sp>
      <p:sp>
        <p:nvSpPr>
          <p:cNvPr id="96" name="PlaceHolder 2"/>
          <p:cNvSpPr>
            <a:spLocks noGrp="1"/>
          </p:cNvSpPr>
          <p:nvPr>
            <p:ph type="title"/>
          </p:nvPr>
        </p:nvSpPr>
        <p:spPr>
          <a:xfrm>
            <a:off x="3638520" y="295200"/>
            <a:ext cx="1371240" cy="637920"/>
          </a:xfrm>
          <a:prstGeom prst="rect">
            <a:avLst/>
          </a:prstGeom>
          <a:noFill/>
          <a:ln w="0">
            <a:noFill/>
          </a:ln>
        </p:spPr>
        <p:txBody>
          <a:bodyPr lIns="91440" tIns="91440" rIns="91440" bIns="91440" anchor="ctr">
            <a:normAutofit fontScale="90000"/>
          </a:bodyPr>
          <a:lstStyle/>
          <a:p>
            <a:pPr indent="0">
              <a:lnSpc>
                <a:spcPct val="100000"/>
              </a:lnSpc>
              <a:buNone/>
              <a:tabLst>
                <a:tab pos="0" algn="l"/>
              </a:tabLst>
            </a:pPr>
            <a:r>
              <a:rPr lang="en" sz="6000" b="0" strike="noStrike" spc="-1">
                <a:solidFill>
                  <a:schemeClr val="lt1"/>
                </a:solidFill>
                <a:latin typeface="Carattere"/>
                <a:ea typeface="Carattere"/>
              </a:rPr>
              <a:t>03</a:t>
            </a:r>
            <a:endParaRPr lang="fr-FR" sz="6000" b="0" strike="noStrike" spc="-1">
              <a:solidFill>
                <a:schemeClr val="dk1"/>
              </a:solidFill>
              <a:latin typeface="Arial"/>
            </a:endParaRPr>
          </a:p>
        </p:txBody>
      </p:sp>
      <p:cxnSp>
        <p:nvCxnSpPr>
          <p:cNvPr id="97" name="Google Shape;169;p32"/>
          <p:cNvCxnSpPr/>
          <p:nvPr/>
        </p:nvCxnSpPr>
        <p:spPr>
          <a:xfrm>
            <a:off x="-5040" y="1036440"/>
            <a:ext cx="9182160" cy="360"/>
          </a:xfrm>
          <a:prstGeom prst="straightConnector1">
            <a:avLst/>
          </a:prstGeom>
          <a:ln w="9525">
            <a:solidFill>
              <a:srgbClr val="EBE8DE"/>
            </a:solidFill>
            <a:round/>
          </a:ln>
        </p:spPr>
      </p:cxnSp>
      <p:cxnSp>
        <p:nvCxnSpPr>
          <p:cNvPr id="98" name="Google Shape;170;p32"/>
          <p:cNvCxnSpPr/>
          <p:nvPr/>
        </p:nvCxnSpPr>
        <p:spPr>
          <a:xfrm>
            <a:off x="-5040" y="1036440"/>
            <a:ext cx="3427200" cy="360"/>
          </a:xfrm>
          <a:prstGeom prst="straightConnector1">
            <a:avLst/>
          </a:prstGeom>
          <a:ln w="9525">
            <a:solidFill>
              <a:srgbClr val="EBE8DE"/>
            </a:solidFill>
            <a:round/>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PlaceHolder 1"/>
          <p:cNvSpPr>
            <a:spLocks noGrp="1"/>
          </p:cNvSpPr>
          <p:nvPr>
            <p:ph type="title"/>
          </p:nvPr>
        </p:nvSpPr>
        <p:spPr>
          <a:xfrm>
            <a:off x="1028880" y="1047600"/>
            <a:ext cx="7676640" cy="923400"/>
          </a:xfrm>
          <a:prstGeom prst="rect">
            <a:avLst/>
          </a:prstGeom>
          <a:noFill/>
          <a:ln w="0">
            <a:noFill/>
          </a:ln>
        </p:spPr>
        <p:txBody>
          <a:bodyPr lIns="91440" tIns="91440" rIns="91440" bIns="91440" anchor="b">
            <a:normAutofit/>
          </a:bodyPr>
          <a:lstStyle/>
          <a:p>
            <a:pPr indent="0" algn="r">
              <a:lnSpc>
                <a:spcPct val="100000"/>
              </a:lnSpc>
              <a:buNone/>
              <a:tabLst>
                <a:tab pos="0" algn="l"/>
              </a:tabLst>
            </a:pPr>
            <a:r>
              <a:rPr lang="en" sz="3000" b="0" strike="noStrike" spc="-1">
                <a:solidFill>
                  <a:schemeClr val="dk1"/>
                </a:solidFill>
                <a:latin typeface="Manrope"/>
                <a:ea typeface="Manrope"/>
              </a:rPr>
              <a:t>Using PyDub for Audio Manipulation</a:t>
            </a:r>
            <a:endParaRPr lang="fr-FR" sz="3000" b="0" strike="noStrike" spc="-1">
              <a:solidFill>
                <a:schemeClr val="dk1"/>
              </a:solidFill>
              <a:latin typeface="Arial"/>
            </a:endParaRPr>
          </a:p>
        </p:txBody>
      </p:sp>
      <p:sp>
        <p:nvSpPr>
          <p:cNvPr id="100" name="PlaceHolder 2"/>
          <p:cNvSpPr>
            <a:spLocks noGrp="1"/>
          </p:cNvSpPr>
          <p:nvPr>
            <p:ph type="subTitle"/>
          </p:nvPr>
        </p:nvSpPr>
        <p:spPr>
          <a:xfrm>
            <a:off x="1028880" y="2295360"/>
            <a:ext cx="5143320" cy="219024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600" b="0" strike="noStrike" spc="-1" dirty="0">
                <a:solidFill>
                  <a:schemeClr val="dk1"/>
                </a:solidFill>
                <a:latin typeface="Open Sans"/>
                <a:ea typeface="Open Sans"/>
              </a:rPr>
              <a:t>PyDub is a Python library that simplifies audio manipulation tasks. It allows you to load audio files, adjust parameters like volume, trim sections, and more</a:t>
            </a:r>
            <a:r>
              <a:rPr lang="en" sz="1200" b="0" strike="noStrike" spc="-1" dirty="0">
                <a:solidFill>
                  <a:schemeClr val="dk1"/>
                </a:solidFill>
                <a:latin typeface="Open Sans"/>
                <a:ea typeface="Open Sans"/>
              </a:rPr>
              <a:t>.</a:t>
            </a:r>
            <a:endParaRPr lang="en-US" sz="1200" b="0" strike="noStrike" spc="-1" dirty="0">
              <a:solidFill>
                <a:srgbClr val="000000"/>
              </a:solidFill>
              <a:latin typeface="OpenSymbol"/>
            </a:endParaRPr>
          </a:p>
        </p:txBody>
      </p:sp>
      <p:cxnSp>
        <p:nvCxnSpPr>
          <p:cNvPr id="101" name="Google Shape;177;p33"/>
          <p:cNvCxnSpPr/>
          <p:nvPr/>
        </p:nvCxnSpPr>
        <p:spPr>
          <a:xfrm>
            <a:off x="-5040" y="2017440"/>
            <a:ext cx="9182160" cy="360"/>
          </a:xfrm>
          <a:prstGeom prst="straightConnector1">
            <a:avLst/>
          </a:prstGeom>
          <a:ln w="9525">
            <a:solidFill>
              <a:srgbClr val="2B3D2D"/>
            </a:solidFill>
            <a:round/>
          </a:ln>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2" name="Google Shape;157;p31"/>
          <p:cNvCxnSpPr/>
          <p:nvPr/>
        </p:nvCxnSpPr>
        <p:spPr>
          <a:xfrm>
            <a:off x="-5040" y="1311120"/>
            <a:ext cx="9182160" cy="360"/>
          </a:xfrm>
          <a:prstGeom prst="straightConnector1">
            <a:avLst/>
          </a:prstGeom>
          <a:ln w="9525">
            <a:solidFill>
              <a:srgbClr val="2B3D2D"/>
            </a:solidFill>
            <a:round/>
          </a:ln>
        </p:spPr>
      </p:cxnSp>
      <p:sp>
        <p:nvSpPr>
          <p:cNvPr id="103" name="PlaceHolder 1"/>
          <p:cNvSpPr>
            <a:spLocks noGrp="1"/>
          </p:cNvSpPr>
          <p:nvPr>
            <p:ph type="title"/>
          </p:nvPr>
        </p:nvSpPr>
        <p:spPr>
          <a:xfrm>
            <a:off x="324000" y="209520"/>
            <a:ext cx="4667040" cy="1028520"/>
          </a:xfrm>
          <a:prstGeom prst="rect">
            <a:avLst/>
          </a:prstGeom>
          <a:noFill/>
          <a:ln w="0">
            <a:noFill/>
          </a:ln>
        </p:spPr>
        <p:txBody>
          <a:bodyPr lIns="91440" tIns="91440" rIns="91440" bIns="91440" anchor="b">
            <a:normAutofit/>
          </a:bodyPr>
          <a:lstStyle/>
          <a:p>
            <a:pPr indent="0">
              <a:lnSpc>
                <a:spcPct val="100000"/>
              </a:lnSpc>
              <a:buNone/>
              <a:tabLst>
                <a:tab pos="0" algn="l"/>
              </a:tabLst>
            </a:pPr>
            <a:r>
              <a:rPr lang="en" sz="2600" b="0" strike="noStrike" spc="-1">
                <a:solidFill>
                  <a:schemeClr val="dk1"/>
                </a:solidFill>
                <a:latin typeface="Manrope"/>
                <a:ea typeface="Manrope"/>
              </a:rPr>
              <a:t>Editing and Enhancements</a:t>
            </a:r>
            <a:endParaRPr lang="fr-FR" sz="2600" b="0" strike="noStrike" spc="-1">
              <a:solidFill>
                <a:schemeClr val="dk1"/>
              </a:solidFill>
              <a:latin typeface="Arial"/>
            </a:endParaRPr>
          </a:p>
        </p:txBody>
      </p:sp>
      <p:sp>
        <p:nvSpPr>
          <p:cNvPr id="104" name="PlaceHolder 2"/>
          <p:cNvSpPr>
            <a:spLocks noGrp="1"/>
          </p:cNvSpPr>
          <p:nvPr>
            <p:ph type="subTitle"/>
          </p:nvPr>
        </p:nvSpPr>
        <p:spPr>
          <a:xfrm>
            <a:off x="790560" y="1428840"/>
            <a:ext cx="4209840" cy="300960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600" b="0" strike="noStrike" spc="-1" dirty="0">
                <a:solidFill>
                  <a:schemeClr val="dk1"/>
                </a:solidFill>
                <a:latin typeface="Open Sans"/>
                <a:ea typeface="Open Sans"/>
              </a:rPr>
              <a:t>With PyDub, you can edit audio by applying effects, such as fading in and out, converting audio formats, and manipulating the speed of playback for finer audio adjustments</a:t>
            </a:r>
            <a:r>
              <a:rPr lang="en" sz="1200" b="0" strike="noStrike" spc="-1" dirty="0">
                <a:solidFill>
                  <a:schemeClr val="dk1"/>
                </a:solidFill>
                <a:latin typeface="Open Sans"/>
                <a:ea typeface="Open Sans"/>
              </a:rPr>
              <a:t>.</a:t>
            </a:r>
            <a:endParaRPr lang="en-US" sz="1200" b="0" strike="noStrike" spc="-1" dirty="0">
              <a:solidFill>
                <a:srgbClr val="000000"/>
              </a:solidFill>
              <a:latin typeface="OpenSymbol"/>
            </a:endParaRPr>
          </a:p>
        </p:txBody>
      </p:sp>
      <p:pic>
        <p:nvPicPr>
          <p:cNvPr id="105" name="Google Shape;160;p31"/>
          <p:cNvPicPr/>
          <p:nvPr/>
        </p:nvPicPr>
        <p:blipFill>
          <a:blip r:embed="rId2"/>
          <a:srcRect l="38342" r="11029"/>
          <a:stretch/>
        </p:blipFill>
        <p:spPr>
          <a:xfrm>
            <a:off x="5230800" y="0"/>
            <a:ext cx="3912840" cy="5150880"/>
          </a:xfrm>
          <a:prstGeom prst="rect">
            <a:avLst/>
          </a:prstGeom>
          <a:ln w="0">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PlaceHolder 1"/>
          <p:cNvSpPr>
            <a:spLocks noGrp="1"/>
          </p:cNvSpPr>
          <p:nvPr>
            <p:ph type="title"/>
          </p:nvPr>
        </p:nvSpPr>
        <p:spPr>
          <a:xfrm>
            <a:off x="1028880" y="1047600"/>
            <a:ext cx="7676640" cy="923400"/>
          </a:xfrm>
          <a:prstGeom prst="rect">
            <a:avLst/>
          </a:prstGeom>
          <a:noFill/>
          <a:ln w="0">
            <a:noFill/>
          </a:ln>
        </p:spPr>
        <p:txBody>
          <a:bodyPr lIns="91440" tIns="91440" rIns="91440" bIns="91440" anchor="b">
            <a:normAutofit/>
          </a:bodyPr>
          <a:lstStyle/>
          <a:p>
            <a:pPr indent="0" algn="r">
              <a:lnSpc>
                <a:spcPct val="100000"/>
              </a:lnSpc>
              <a:buNone/>
              <a:tabLst>
                <a:tab pos="0" algn="l"/>
              </a:tabLst>
            </a:pPr>
            <a:r>
              <a:rPr lang="en" sz="3000" b="0" strike="noStrike" spc="-1">
                <a:solidFill>
                  <a:schemeClr val="dk1"/>
                </a:solidFill>
                <a:latin typeface="Manrope"/>
                <a:ea typeface="Manrope"/>
              </a:rPr>
              <a:t>Exporting Final Audio Formats</a:t>
            </a:r>
            <a:endParaRPr lang="fr-FR" sz="3000" b="0" strike="noStrike" spc="-1">
              <a:solidFill>
                <a:schemeClr val="dk1"/>
              </a:solidFill>
              <a:latin typeface="Arial"/>
            </a:endParaRPr>
          </a:p>
        </p:txBody>
      </p:sp>
      <p:sp>
        <p:nvSpPr>
          <p:cNvPr id="107" name="PlaceHolder 2"/>
          <p:cNvSpPr>
            <a:spLocks noGrp="1"/>
          </p:cNvSpPr>
          <p:nvPr>
            <p:ph type="subTitle"/>
          </p:nvPr>
        </p:nvSpPr>
        <p:spPr>
          <a:xfrm>
            <a:off x="1028880" y="2295360"/>
            <a:ext cx="5143320" cy="219024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600" b="0" strike="noStrike" spc="-1" dirty="0">
                <a:solidFill>
                  <a:schemeClr val="dk1"/>
                </a:solidFill>
                <a:latin typeface="Open Sans"/>
                <a:ea typeface="Open Sans"/>
              </a:rPr>
              <a:t>Once editing is complete, use PyDub to export the final audio in the desired format, such as MP3 or WAV. This ensures compatibility with various playback systems.</a:t>
            </a:r>
            <a:endParaRPr lang="en-US" sz="1600" b="0" strike="noStrike" spc="-1" dirty="0">
              <a:solidFill>
                <a:srgbClr val="000000"/>
              </a:solidFill>
              <a:latin typeface="OpenSymbol"/>
            </a:endParaRPr>
          </a:p>
        </p:txBody>
      </p:sp>
      <p:cxnSp>
        <p:nvCxnSpPr>
          <p:cNvPr id="108" name="Google Shape;177;p33"/>
          <p:cNvCxnSpPr/>
          <p:nvPr/>
        </p:nvCxnSpPr>
        <p:spPr>
          <a:xfrm>
            <a:off x="-5040" y="2017440"/>
            <a:ext cx="9182160" cy="360"/>
          </a:xfrm>
          <a:prstGeom prst="straightConnector1">
            <a:avLst/>
          </a:prstGeom>
          <a:ln w="9525">
            <a:solidFill>
              <a:srgbClr val="2B3D2D"/>
            </a:solidFill>
            <a:round/>
          </a:ln>
        </p:spPr>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PlaceHolder 1"/>
          <p:cNvSpPr>
            <a:spLocks noGrp="1"/>
          </p:cNvSpPr>
          <p:nvPr>
            <p:ph type="title"/>
          </p:nvPr>
        </p:nvSpPr>
        <p:spPr>
          <a:xfrm>
            <a:off x="1028880" y="1047600"/>
            <a:ext cx="7676640" cy="923400"/>
          </a:xfrm>
          <a:prstGeom prst="rect">
            <a:avLst/>
          </a:prstGeom>
          <a:noFill/>
          <a:ln w="0">
            <a:noFill/>
          </a:ln>
        </p:spPr>
        <p:txBody>
          <a:bodyPr lIns="91440" tIns="91440" rIns="91440" bIns="91440" anchor="b">
            <a:normAutofit/>
          </a:bodyPr>
          <a:lstStyle/>
          <a:p>
            <a:pPr indent="0" algn="r">
              <a:lnSpc>
                <a:spcPct val="100000"/>
              </a:lnSpc>
              <a:buNone/>
              <a:tabLst>
                <a:tab pos="0" algn="l"/>
              </a:tabLst>
            </a:pPr>
            <a:r>
              <a:rPr lang="en" sz="3000" b="0" strike="noStrike" spc="-1">
                <a:solidFill>
                  <a:schemeClr val="dk1"/>
                </a:solidFill>
                <a:latin typeface="Manrope"/>
                <a:ea typeface="Manrope"/>
              </a:rPr>
              <a:t>Conclusions</a:t>
            </a:r>
            <a:endParaRPr lang="fr-FR" sz="3000" b="0" strike="noStrike" spc="-1">
              <a:solidFill>
                <a:schemeClr val="dk1"/>
              </a:solidFill>
              <a:latin typeface="Arial"/>
            </a:endParaRPr>
          </a:p>
        </p:txBody>
      </p:sp>
      <p:sp>
        <p:nvSpPr>
          <p:cNvPr id="110" name="PlaceHolder 2"/>
          <p:cNvSpPr>
            <a:spLocks noGrp="1"/>
          </p:cNvSpPr>
          <p:nvPr>
            <p:ph type="subTitle"/>
          </p:nvPr>
        </p:nvSpPr>
        <p:spPr>
          <a:xfrm>
            <a:off x="1028880" y="2295360"/>
            <a:ext cx="5143320" cy="219024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600" b="0" strike="noStrike" spc="-1" dirty="0">
                <a:solidFill>
                  <a:schemeClr val="dk1"/>
                </a:solidFill>
                <a:latin typeface="Open Sans"/>
                <a:ea typeface="Open Sans"/>
              </a:rPr>
              <a:t>In summary, the process of converting PDF to audio in Python involves extracting text with PDF Reader, converting it to speech using gTTS, and manipulating audio with PyDub. This workflow allows for creating accessible audio content from written documents.</a:t>
            </a:r>
            <a:endParaRPr lang="en-US" sz="1600" b="0" strike="noStrike" spc="-1" dirty="0">
              <a:solidFill>
                <a:srgbClr val="000000"/>
              </a:solidFill>
              <a:latin typeface="OpenSymbol"/>
            </a:endParaRPr>
          </a:p>
        </p:txBody>
      </p:sp>
      <p:cxnSp>
        <p:nvCxnSpPr>
          <p:cNvPr id="111" name="Google Shape;177;p33"/>
          <p:cNvCxnSpPr/>
          <p:nvPr/>
        </p:nvCxnSpPr>
        <p:spPr>
          <a:xfrm>
            <a:off x="-5040" y="2017440"/>
            <a:ext cx="9182160" cy="360"/>
          </a:xfrm>
          <a:prstGeom prst="straightConnector1">
            <a:avLst/>
          </a:prstGeom>
          <a:ln w="9525">
            <a:solidFill>
              <a:srgbClr val="2B3D2D"/>
            </a:solidFill>
            <a:round/>
          </a:ln>
        </p:spPr>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PlaceHolder 1"/>
          <p:cNvSpPr>
            <a:spLocks noGrp="1"/>
          </p:cNvSpPr>
          <p:nvPr>
            <p:ph type="title"/>
          </p:nvPr>
        </p:nvSpPr>
        <p:spPr>
          <a:xfrm>
            <a:off x="324000" y="237960"/>
            <a:ext cx="5543280" cy="1056960"/>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en" sz="5800" b="0" strike="noStrike" spc="-1">
                <a:solidFill>
                  <a:schemeClr val="lt1"/>
                </a:solidFill>
                <a:latin typeface="Manrope"/>
                <a:ea typeface="Manrope"/>
              </a:rPr>
              <a:t>Thank you!</a:t>
            </a:r>
            <a:endParaRPr lang="fr-FR" sz="5800" b="0" strike="noStrike" spc="-1">
              <a:solidFill>
                <a:schemeClr val="dk1"/>
              </a:solidFill>
              <a:latin typeface="Arial"/>
            </a:endParaRPr>
          </a:p>
        </p:txBody>
      </p:sp>
      <p:sp>
        <p:nvSpPr>
          <p:cNvPr id="113" name="PlaceHolder 2"/>
          <p:cNvSpPr>
            <a:spLocks noGrp="1"/>
          </p:cNvSpPr>
          <p:nvPr>
            <p:ph type="subTitle"/>
          </p:nvPr>
        </p:nvSpPr>
        <p:spPr>
          <a:xfrm>
            <a:off x="4000680" y="2038320"/>
            <a:ext cx="4447800" cy="1056960"/>
          </a:xfrm>
          <a:prstGeom prst="rect">
            <a:avLst/>
          </a:prstGeom>
          <a:noFill/>
          <a:ln w="0">
            <a:noFill/>
          </a:ln>
        </p:spPr>
        <p:txBody>
          <a:bodyPr lIns="91440" tIns="91440" rIns="91440" bIns="91440" anchor="t">
            <a:normAutofit/>
          </a:bodyPr>
          <a:lstStyle/>
          <a:p>
            <a:pPr indent="0" algn="r">
              <a:lnSpc>
                <a:spcPct val="100000"/>
              </a:lnSpc>
              <a:buNone/>
              <a:tabLst>
                <a:tab pos="0" algn="l"/>
              </a:tabLst>
            </a:pPr>
            <a:r>
              <a:rPr lang="en" sz="1200" b="1" strike="noStrike" spc="-1">
                <a:solidFill>
                  <a:schemeClr val="dk1"/>
                </a:solidFill>
                <a:latin typeface="Open Sans"/>
                <a:ea typeface="Open Sans"/>
              </a:rPr>
              <a:t>Do you have any questions?</a:t>
            </a:r>
            <a:endParaRPr lang="en-US" sz="1200" b="0" strike="noStrike" spc="-1">
              <a:solidFill>
                <a:srgbClr val="FFFFFF"/>
              </a:solidFill>
              <a:latin typeface="OpenSymbol"/>
            </a:endParaRPr>
          </a:p>
        </p:txBody>
      </p:sp>
      <p:sp>
        <p:nvSpPr>
          <p:cNvPr id="114" name="Google Shape;310;p41"/>
          <p:cNvSpPr/>
          <p:nvPr/>
        </p:nvSpPr>
        <p:spPr>
          <a:xfrm>
            <a:off x="6648480" y="790560"/>
            <a:ext cx="437760" cy="437760"/>
          </a:xfrm>
          <a:prstGeom prst="rect">
            <a:avLst/>
          </a:prstGeom>
          <a:noFill/>
          <a:ln w="0">
            <a:noFill/>
          </a:ln>
        </p:spPr>
        <p:style>
          <a:lnRef idx="0">
            <a:scrgbClr r="0" g="0" b="0"/>
          </a:lnRef>
          <a:fillRef idx="0">
            <a:scrgbClr r="0" g="0" b="0"/>
          </a:fillRef>
          <a:effectRef idx="0">
            <a:scrgbClr r="0" g="0" b="0"/>
          </a:effectRef>
          <a:fontRef idx="minor"/>
        </p:style>
        <p:txBody>
          <a:bodyPr lIns="870823080" tIns="218880" rIns="870823080" bIns="218880" anchor="t">
            <a:normAutofit fontScale="25000" lnSpcReduction="20000"/>
          </a:bodyPr>
          <a:lstStyle/>
          <a:p>
            <a:pPr defTabSz="914400">
              <a:lnSpc>
                <a:spcPct val="100000"/>
              </a:lnSpc>
              <a:tabLst>
                <a:tab pos="0" algn="l"/>
              </a:tabLst>
            </a:pPr>
            <a:endParaRPr lang="fr-FR" sz="1800" b="0" strike="noStrike" spc="-1">
              <a:solidFill>
                <a:schemeClr val="dk1"/>
              </a:solidFill>
              <a:latin typeface="Arial"/>
            </a:endParaRPr>
          </a:p>
        </p:txBody>
      </p:sp>
      <p:sp>
        <p:nvSpPr>
          <p:cNvPr id="115" name="Google Shape;311;p41"/>
          <p:cNvSpPr/>
          <p:nvPr/>
        </p:nvSpPr>
        <p:spPr>
          <a:xfrm>
            <a:off x="7286760" y="790560"/>
            <a:ext cx="437760" cy="437760"/>
          </a:xfrm>
          <a:prstGeom prst="rect">
            <a:avLst/>
          </a:prstGeom>
          <a:noFill/>
          <a:ln w="0">
            <a:noFill/>
          </a:ln>
        </p:spPr>
        <p:style>
          <a:lnRef idx="0">
            <a:scrgbClr r="0" g="0" b="0"/>
          </a:lnRef>
          <a:fillRef idx="0">
            <a:scrgbClr r="0" g="0" b="0"/>
          </a:fillRef>
          <a:effectRef idx="0">
            <a:scrgbClr r="0" g="0" b="0"/>
          </a:effectRef>
          <a:fontRef idx="minor"/>
        </p:style>
        <p:txBody>
          <a:bodyPr lIns="870823080" tIns="218880" rIns="870823080" bIns="218880" anchor="t">
            <a:normAutofit fontScale="25000" lnSpcReduction="20000"/>
          </a:bodyPr>
          <a:lstStyle/>
          <a:p>
            <a:pPr defTabSz="914400">
              <a:lnSpc>
                <a:spcPct val="100000"/>
              </a:lnSpc>
              <a:tabLst>
                <a:tab pos="0" algn="l"/>
              </a:tabLst>
            </a:pPr>
            <a:endParaRPr lang="fr-FR" sz="1800" b="0" strike="noStrike" spc="-1">
              <a:solidFill>
                <a:schemeClr val="dk1"/>
              </a:solidFill>
              <a:latin typeface="Arial"/>
            </a:endParaRPr>
          </a:p>
        </p:txBody>
      </p:sp>
      <p:sp>
        <p:nvSpPr>
          <p:cNvPr id="116" name="Google Shape;312;p41"/>
          <p:cNvSpPr/>
          <p:nvPr/>
        </p:nvSpPr>
        <p:spPr>
          <a:xfrm>
            <a:off x="8010360" y="790560"/>
            <a:ext cx="437760" cy="437760"/>
          </a:xfrm>
          <a:prstGeom prst="rect">
            <a:avLst/>
          </a:prstGeom>
          <a:noFill/>
          <a:ln w="0">
            <a:noFill/>
          </a:ln>
        </p:spPr>
        <p:style>
          <a:lnRef idx="0">
            <a:scrgbClr r="0" g="0" b="0"/>
          </a:lnRef>
          <a:fillRef idx="0">
            <a:scrgbClr r="0" g="0" b="0"/>
          </a:fillRef>
          <a:effectRef idx="0">
            <a:scrgbClr r="0" g="0" b="0"/>
          </a:effectRef>
          <a:fontRef idx="minor"/>
        </p:style>
        <p:txBody>
          <a:bodyPr lIns="870823080" tIns="218880" rIns="870823080" bIns="218880" anchor="t">
            <a:spAutoFit/>
          </a:bodyPr>
          <a:lstStyle/>
          <a:p>
            <a:pPr defTabSz="914400">
              <a:lnSpc>
                <a:spcPct val="100000"/>
              </a:lnSpc>
              <a:tabLst>
                <a:tab pos="0" algn="l"/>
              </a:tabLst>
            </a:pPr>
            <a:endParaRPr lang="fr-FR" sz="1800" b="0" strike="noStrike" spc="-1">
              <a:solidFill>
                <a:schemeClr val="dk1"/>
              </a:solidFill>
              <a:latin typeface="Arial"/>
            </a:endParaRPr>
          </a:p>
        </p:txBody>
      </p:sp>
      <p:sp>
        <p:nvSpPr>
          <p:cNvPr id="126" name="Google Shape;322;p41"/>
          <p:cNvSpPr/>
          <p:nvPr/>
        </p:nvSpPr>
        <p:spPr>
          <a:xfrm>
            <a:off x="4295880" y="4362480"/>
            <a:ext cx="4152600" cy="11601000"/>
          </a:xfrm>
          <a:prstGeom prst="rect">
            <a:avLst/>
          </a:prstGeom>
          <a:noFill/>
          <a:ln w="0">
            <a:noFill/>
          </a:ln>
        </p:spPr>
        <p:style>
          <a:lnRef idx="0">
            <a:scrgbClr r="0" g="0" b="0"/>
          </a:lnRef>
          <a:fillRef idx="0">
            <a:scrgbClr r="0" g="0" b="0"/>
          </a:fillRef>
          <a:effectRef idx="0">
            <a:scrgbClr r="0" g="0" b="0"/>
          </a:effectRef>
          <a:fontRef idx="minor"/>
        </p:style>
        <p:txBody>
          <a:bodyPr lIns="870823080" tIns="2900520" rIns="870823080" bIns="2900520" anchor="t">
            <a:spAutoFit/>
          </a:bodyPr>
          <a:lstStyle/>
          <a:p>
            <a:pPr algn="r" defTabSz="914400">
              <a:lnSpc>
                <a:spcPct val="100000"/>
              </a:lnSpc>
              <a:tabLst>
                <a:tab pos="0" algn="l"/>
              </a:tabLst>
            </a:pPr>
            <a:r>
              <a:rPr lang="en" sz="1000" b="0" strike="noStrike" spc="-1">
                <a:solidFill>
                  <a:schemeClr val="dk1"/>
                </a:solidFill>
                <a:latin typeface="Arial"/>
              </a:rPr>
              <a:t>Please keep this slide for attribution</a:t>
            </a:r>
            <a:endParaRPr lang="en-US" sz="1000" b="0" strike="noStrike" spc="-1">
              <a:solidFill>
                <a:srgbClr val="FFFFFF"/>
              </a:solidFill>
              <a:latin typeface="OpenSymbol"/>
            </a:endParaRPr>
          </a:p>
        </p:txBody>
      </p:sp>
      <p:cxnSp>
        <p:nvCxnSpPr>
          <p:cNvPr id="127" name="Google Shape;323;p41"/>
          <p:cNvCxnSpPr/>
          <p:nvPr/>
        </p:nvCxnSpPr>
        <p:spPr>
          <a:xfrm>
            <a:off x="-5040" y="1595520"/>
            <a:ext cx="9182160" cy="360"/>
          </a:xfrm>
          <a:prstGeom prst="straightConnector1">
            <a:avLst/>
          </a:prstGeom>
          <a:ln w="9525">
            <a:solidFill>
              <a:srgbClr val="EBE8DE"/>
            </a:solidFill>
            <a:round/>
          </a:ln>
        </p:spPr>
      </p:cxnSp>
      <p:cxnSp>
        <p:nvCxnSpPr>
          <p:cNvPr id="128" name="Google Shape;324;p41"/>
          <p:cNvCxnSpPr/>
          <p:nvPr/>
        </p:nvCxnSpPr>
        <p:spPr>
          <a:xfrm>
            <a:off x="-5040" y="3412440"/>
            <a:ext cx="9182160" cy="360"/>
          </a:xfrm>
          <a:prstGeom prst="straightConnector1">
            <a:avLst/>
          </a:prstGeom>
          <a:ln w="9525">
            <a:solidFill>
              <a:srgbClr val="EBE8DE"/>
            </a:solidFill>
            <a:round/>
          </a:ln>
        </p:spPr>
      </p:cxnSp>
    </p:spTree>
  </p:cSld>
  <p:clrMapOvr>
    <a:masterClrMapping/>
  </p:clrMapOvr>
</p:sld>
</file>

<file path=ppt/theme/theme1.xml><?xml version="1.0" encoding="utf-8"?>
<a:theme xmlns:a="http://schemas.openxmlformats.org/drawingml/2006/main" name="Corporate Sustainability by Slidesgo">
  <a:themeElements>
    <a:clrScheme name="Simple Light">
      <a:dk1>
        <a:srgbClr val="2B3D2D"/>
      </a:dk1>
      <a:lt1>
        <a:srgbClr val="EBE8DE"/>
      </a:lt1>
      <a:dk2>
        <a:srgbClr val="365F3C"/>
      </a:dk2>
      <a:lt2>
        <a:srgbClr val="EEEEEE"/>
      </a:lt2>
      <a:accent1>
        <a:srgbClr val="FFFFFF"/>
      </a:accent1>
      <a:accent2>
        <a:srgbClr val="FFFFFF"/>
      </a:accent2>
      <a:accent3>
        <a:srgbClr val="FFFFFF"/>
      </a:accent3>
      <a:accent4>
        <a:srgbClr val="FFFFFF"/>
      </a:accent4>
      <a:accent5>
        <a:srgbClr val="FFFFFF"/>
      </a:accent5>
      <a:accent6>
        <a:srgbClr val="FFFFFF"/>
      </a:accent6>
      <a:hlink>
        <a:srgbClr val="2B3D2D"/>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Corporate Sustainability by Slidesgo">
  <a:themeElements>
    <a:clrScheme name="Simple Light">
      <a:dk1>
        <a:srgbClr val="2B3D2D"/>
      </a:dk1>
      <a:lt1>
        <a:srgbClr val="EBE8DE"/>
      </a:lt1>
      <a:dk2>
        <a:srgbClr val="365F3C"/>
      </a:dk2>
      <a:lt2>
        <a:srgbClr val="EEEEEE"/>
      </a:lt2>
      <a:accent1>
        <a:srgbClr val="FFFFFF"/>
      </a:accent1>
      <a:accent2>
        <a:srgbClr val="FFFFFF"/>
      </a:accent2>
      <a:accent3>
        <a:srgbClr val="FFFFFF"/>
      </a:accent3>
      <a:accent4>
        <a:srgbClr val="FFFFFF"/>
      </a:accent4>
      <a:accent5>
        <a:srgbClr val="FFFFFF"/>
      </a:accent5>
      <a:accent6>
        <a:srgbClr val="FFFFFF"/>
      </a:accent6>
      <a:hlink>
        <a:srgbClr val="2B3D2D"/>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Corporate Sustainability by Slidesgo">
  <a:themeElements>
    <a:clrScheme name="Simple Light">
      <a:dk1>
        <a:srgbClr val="2B3D2D"/>
      </a:dk1>
      <a:lt1>
        <a:srgbClr val="EBE8DE"/>
      </a:lt1>
      <a:dk2>
        <a:srgbClr val="365F3C"/>
      </a:dk2>
      <a:lt2>
        <a:srgbClr val="EEEEEE"/>
      </a:lt2>
      <a:accent1>
        <a:srgbClr val="FFFFFF"/>
      </a:accent1>
      <a:accent2>
        <a:srgbClr val="FFFFFF"/>
      </a:accent2>
      <a:accent3>
        <a:srgbClr val="FFFFFF"/>
      </a:accent3>
      <a:accent4>
        <a:srgbClr val="FFFFFF"/>
      </a:accent4>
      <a:accent5>
        <a:srgbClr val="FFFFFF"/>
      </a:accent5>
      <a:accent6>
        <a:srgbClr val="FFFFFF"/>
      </a:accent6>
      <a:hlink>
        <a:srgbClr val="2B3D2D"/>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Corporate Sustainability by Slidesgo">
  <a:themeElements>
    <a:clrScheme name="Simple Light">
      <a:dk1>
        <a:srgbClr val="2B3D2D"/>
      </a:dk1>
      <a:lt1>
        <a:srgbClr val="EBE8DE"/>
      </a:lt1>
      <a:dk2>
        <a:srgbClr val="365F3C"/>
      </a:dk2>
      <a:lt2>
        <a:srgbClr val="EEEEEE"/>
      </a:lt2>
      <a:accent1>
        <a:srgbClr val="FFFFFF"/>
      </a:accent1>
      <a:accent2>
        <a:srgbClr val="FFFFFF"/>
      </a:accent2>
      <a:accent3>
        <a:srgbClr val="FFFFFF"/>
      </a:accent3>
      <a:accent4>
        <a:srgbClr val="FFFFFF"/>
      </a:accent4>
      <a:accent5>
        <a:srgbClr val="FFFFFF"/>
      </a:accent5>
      <a:accent6>
        <a:srgbClr val="FFFFFF"/>
      </a:accent6>
      <a:hlink>
        <a:srgbClr val="2B3D2D"/>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Corporate Sustainability by Slidesgo">
  <a:themeElements>
    <a:clrScheme name="Simple Light">
      <a:dk1>
        <a:srgbClr val="2B3D2D"/>
      </a:dk1>
      <a:lt1>
        <a:srgbClr val="EBE8DE"/>
      </a:lt1>
      <a:dk2>
        <a:srgbClr val="365F3C"/>
      </a:dk2>
      <a:lt2>
        <a:srgbClr val="EEEEEE"/>
      </a:lt2>
      <a:accent1>
        <a:srgbClr val="FFFFFF"/>
      </a:accent1>
      <a:accent2>
        <a:srgbClr val="FFFFFF"/>
      </a:accent2>
      <a:accent3>
        <a:srgbClr val="FFFFFF"/>
      </a:accent3>
      <a:accent4>
        <a:srgbClr val="FFFFFF"/>
      </a:accent4>
      <a:accent5>
        <a:srgbClr val="FFFFFF"/>
      </a:accent5>
      <a:accent6>
        <a:srgbClr val="FFFFFF"/>
      </a:accent6>
      <a:hlink>
        <a:srgbClr val="2B3D2D"/>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6.xml><?xml version="1.0" encoding="utf-8"?>
<a:theme xmlns:a="http://schemas.openxmlformats.org/drawingml/2006/main" name="Corporate Sustainability by Slidesgo">
  <a:themeElements>
    <a:clrScheme name="Simple Light">
      <a:dk1>
        <a:srgbClr val="2B3D2D"/>
      </a:dk1>
      <a:lt1>
        <a:srgbClr val="EBE8DE"/>
      </a:lt1>
      <a:dk2>
        <a:srgbClr val="365F3C"/>
      </a:dk2>
      <a:lt2>
        <a:srgbClr val="EEEEEE"/>
      </a:lt2>
      <a:accent1>
        <a:srgbClr val="FFFFFF"/>
      </a:accent1>
      <a:accent2>
        <a:srgbClr val="FFFFFF"/>
      </a:accent2>
      <a:accent3>
        <a:srgbClr val="FFFFFF"/>
      </a:accent3>
      <a:accent4>
        <a:srgbClr val="FFFFFF"/>
      </a:accent4>
      <a:accent5>
        <a:srgbClr val="FFFFFF"/>
      </a:accent5>
      <a:accent6>
        <a:srgbClr val="FFFFFF"/>
      </a:accent6>
      <a:hlink>
        <a:srgbClr val="2B3D2D"/>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7.xml><?xml version="1.0" encoding="utf-8"?>
<a:theme xmlns:a="http://schemas.openxmlformats.org/drawingml/2006/main" name="Corporate Sustainability by Slidesgo">
  <a:themeElements>
    <a:clrScheme name="Simple Light">
      <a:dk1>
        <a:srgbClr val="2B3D2D"/>
      </a:dk1>
      <a:lt1>
        <a:srgbClr val="EBE8DE"/>
      </a:lt1>
      <a:dk2>
        <a:srgbClr val="365F3C"/>
      </a:dk2>
      <a:lt2>
        <a:srgbClr val="EEEEEE"/>
      </a:lt2>
      <a:accent1>
        <a:srgbClr val="FFFFFF"/>
      </a:accent1>
      <a:accent2>
        <a:srgbClr val="FFFFFF"/>
      </a:accent2>
      <a:accent3>
        <a:srgbClr val="FFFFFF"/>
      </a:accent3>
      <a:accent4>
        <a:srgbClr val="FFFFFF"/>
      </a:accent4>
      <a:accent5>
        <a:srgbClr val="FFFFFF"/>
      </a:accent5>
      <a:accent6>
        <a:srgbClr val="FFFFFF"/>
      </a:accent6>
      <a:hlink>
        <a:srgbClr val="2B3D2D"/>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8.xml><?xml version="1.0" encoding="utf-8"?>
<a:theme xmlns:a="http://schemas.openxmlformats.org/drawingml/2006/main" name="Corporate Sustainability by Slidesgo">
  <a:themeElements>
    <a:clrScheme name="Simple Light">
      <a:dk1>
        <a:srgbClr val="2B3D2D"/>
      </a:dk1>
      <a:lt1>
        <a:srgbClr val="EBE8DE"/>
      </a:lt1>
      <a:dk2>
        <a:srgbClr val="365F3C"/>
      </a:dk2>
      <a:lt2>
        <a:srgbClr val="EEEEEE"/>
      </a:lt2>
      <a:accent1>
        <a:srgbClr val="FFFFFF"/>
      </a:accent1>
      <a:accent2>
        <a:srgbClr val="FFFFFF"/>
      </a:accent2>
      <a:accent3>
        <a:srgbClr val="FFFFFF"/>
      </a:accent3>
      <a:accent4>
        <a:srgbClr val="FFFFFF"/>
      </a:accent4>
      <a:accent5>
        <a:srgbClr val="FFFFFF"/>
      </a:accent5>
      <a:accent6>
        <a:srgbClr val="FFFFFF"/>
      </a:accent6>
      <a:hlink>
        <a:srgbClr val="2B3D2D"/>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9.xml><?xml version="1.0" encoding="utf-8"?>
<a:theme xmlns:a="http://schemas.openxmlformats.org/drawingml/2006/main" name="Corporate Sustainability by Slidesgo">
  <a:themeElements>
    <a:clrScheme name="Simple Light">
      <a:dk1>
        <a:srgbClr val="2B3D2D"/>
      </a:dk1>
      <a:lt1>
        <a:srgbClr val="EBE8DE"/>
      </a:lt1>
      <a:dk2>
        <a:srgbClr val="365F3C"/>
      </a:dk2>
      <a:lt2>
        <a:srgbClr val="EEEEEE"/>
      </a:lt2>
      <a:accent1>
        <a:srgbClr val="FFFFFF"/>
      </a:accent1>
      <a:accent2>
        <a:srgbClr val="FFFFFF"/>
      </a:accent2>
      <a:accent3>
        <a:srgbClr val="FFFFFF"/>
      </a:accent3>
      <a:accent4>
        <a:srgbClr val="FFFFFF"/>
      </a:accent4>
      <a:accent5>
        <a:srgbClr val="FFFFFF"/>
      </a:accent5>
      <a:accent6>
        <a:srgbClr val="FFFFFF"/>
      </a:accent6>
      <a:hlink>
        <a:srgbClr val="2B3D2D"/>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0.xml><?xml version="1.0" encoding="utf-8"?>
<a:theme xmlns:a="http://schemas.openxmlformats.org/drawingml/2006/main" name="Corporate Sustainability by Slidesgo">
  <a:themeElements>
    <a:clrScheme name="Simple Light">
      <a:dk1>
        <a:srgbClr val="2B3D2D"/>
      </a:dk1>
      <a:lt1>
        <a:srgbClr val="EBE8DE"/>
      </a:lt1>
      <a:dk2>
        <a:srgbClr val="365F3C"/>
      </a:dk2>
      <a:lt2>
        <a:srgbClr val="EEEEEE"/>
      </a:lt2>
      <a:accent1>
        <a:srgbClr val="FFFFFF"/>
      </a:accent1>
      <a:accent2>
        <a:srgbClr val="FFFFFF"/>
      </a:accent2>
      <a:accent3>
        <a:srgbClr val="FFFFFF"/>
      </a:accent3>
      <a:accent4>
        <a:srgbClr val="FFFFFF"/>
      </a:accent4>
      <a:accent5>
        <a:srgbClr val="FFFFFF"/>
      </a:accent5>
      <a:accent6>
        <a:srgbClr val="FFFFFF"/>
      </a:accent6>
      <a:hlink>
        <a:srgbClr val="2B3D2D"/>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1.xml><?xml version="1.0" encoding="utf-8"?>
<a:theme xmlns:a="http://schemas.openxmlformats.org/drawingml/2006/main" name="Corporate Sustainability by Slidesgo">
  <a:themeElements>
    <a:clrScheme name="Simple Light">
      <a:dk1>
        <a:srgbClr val="2B3D2D"/>
      </a:dk1>
      <a:lt1>
        <a:srgbClr val="EBE8DE"/>
      </a:lt1>
      <a:dk2>
        <a:srgbClr val="365F3C"/>
      </a:dk2>
      <a:lt2>
        <a:srgbClr val="EEEEEE"/>
      </a:lt2>
      <a:accent1>
        <a:srgbClr val="FFFFFF"/>
      </a:accent1>
      <a:accent2>
        <a:srgbClr val="FFFFFF"/>
      </a:accent2>
      <a:accent3>
        <a:srgbClr val="FFFFFF"/>
      </a:accent3>
      <a:accent4>
        <a:srgbClr val="FFFFFF"/>
      </a:accent4>
      <a:accent5>
        <a:srgbClr val="FFFFFF"/>
      </a:accent5>
      <a:accent6>
        <a:srgbClr val="FFFFFF"/>
      </a:accent6>
      <a:hlink>
        <a:srgbClr val="2B3D2D"/>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2.xml><?xml version="1.0" encoding="utf-8"?>
<a:theme xmlns:a="http://schemas.openxmlformats.org/drawingml/2006/main" name="Corporate Sustainability by Slidesgo">
  <a:themeElements>
    <a:clrScheme name="Simple Light">
      <a:dk1>
        <a:srgbClr val="2B3D2D"/>
      </a:dk1>
      <a:lt1>
        <a:srgbClr val="EBE8DE"/>
      </a:lt1>
      <a:dk2>
        <a:srgbClr val="365F3C"/>
      </a:dk2>
      <a:lt2>
        <a:srgbClr val="EEEEEE"/>
      </a:lt2>
      <a:accent1>
        <a:srgbClr val="FFFFFF"/>
      </a:accent1>
      <a:accent2>
        <a:srgbClr val="FFFFFF"/>
      </a:accent2>
      <a:accent3>
        <a:srgbClr val="FFFFFF"/>
      </a:accent3>
      <a:accent4>
        <a:srgbClr val="FFFFFF"/>
      </a:accent4>
      <a:accent5>
        <a:srgbClr val="FFFFFF"/>
      </a:accent5>
      <a:accent6>
        <a:srgbClr val="FFFFFF"/>
      </a:accent6>
      <a:hlink>
        <a:srgbClr val="2B3D2D"/>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3.xml><?xml version="1.0" encoding="utf-8"?>
<a:theme xmlns:a="http://schemas.openxmlformats.org/drawingml/2006/main" name="Corporate Sustainability by Slidesgo">
  <a:themeElements>
    <a:clrScheme name="Simple Light">
      <a:dk1>
        <a:srgbClr val="2B3D2D"/>
      </a:dk1>
      <a:lt1>
        <a:srgbClr val="EBE8DE"/>
      </a:lt1>
      <a:dk2>
        <a:srgbClr val="365F3C"/>
      </a:dk2>
      <a:lt2>
        <a:srgbClr val="EEEEEE"/>
      </a:lt2>
      <a:accent1>
        <a:srgbClr val="FFFFFF"/>
      </a:accent1>
      <a:accent2>
        <a:srgbClr val="FFFFFF"/>
      </a:accent2>
      <a:accent3>
        <a:srgbClr val="FFFFFF"/>
      </a:accent3>
      <a:accent4>
        <a:srgbClr val="FFFFFF"/>
      </a:accent4>
      <a:accent5>
        <a:srgbClr val="FFFFFF"/>
      </a:accent5>
      <a:accent6>
        <a:srgbClr val="FFFFFF"/>
      </a:accent6>
      <a:hlink>
        <a:srgbClr val="2B3D2D"/>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4.xml><?xml version="1.0" encoding="utf-8"?>
<a:theme xmlns:a="http://schemas.openxmlformats.org/drawingml/2006/main" name="Corporate Sustainability by Slidesgo">
  <a:themeElements>
    <a:clrScheme name="Simple Light">
      <a:dk1>
        <a:srgbClr val="2B3D2D"/>
      </a:dk1>
      <a:lt1>
        <a:srgbClr val="EBE8DE"/>
      </a:lt1>
      <a:dk2>
        <a:srgbClr val="365F3C"/>
      </a:dk2>
      <a:lt2>
        <a:srgbClr val="EEEEEE"/>
      </a:lt2>
      <a:accent1>
        <a:srgbClr val="FFFFFF"/>
      </a:accent1>
      <a:accent2>
        <a:srgbClr val="FFFFFF"/>
      </a:accent2>
      <a:accent3>
        <a:srgbClr val="FFFFFF"/>
      </a:accent3>
      <a:accent4>
        <a:srgbClr val="FFFFFF"/>
      </a:accent4>
      <a:accent5>
        <a:srgbClr val="FFFFFF"/>
      </a:accent5>
      <a:accent6>
        <a:srgbClr val="FFFFFF"/>
      </a:accent6>
      <a:hlink>
        <a:srgbClr val="2B3D2D"/>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5.xml><?xml version="1.0" encoding="utf-8"?>
<a:theme xmlns:a="http://schemas.openxmlformats.org/drawingml/2006/main" name="Corporate Sustainability by Slidesgo">
  <a:themeElements>
    <a:clrScheme name="Simple Light">
      <a:dk1>
        <a:srgbClr val="2B3D2D"/>
      </a:dk1>
      <a:lt1>
        <a:srgbClr val="EBE8DE"/>
      </a:lt1>
      <a:dk2>
        <a:srgbClr val="365F3C"/>
      </a:dk2>
      <a:lt2>
        <a:srgbClr val="EEEEEE"/>
      </a:lt2>
      <a:accent1>
        <a:srgbClr val="FFFFFF"/>
      </a:accent1>
      <a:accent2>
        <a:srgbClr val="FFFFFF"/>
      </a:accent2>
      <a:accent3>
        <a:srgbClr val="FFFFFF"/>
      </a:accent3>
      <a:accent4>
        <a:srgbClr val="FFFFFF"/>
      </a:accent4>
      <a:accent5>
        <a:srgbClr val="FFFFFF"/>
      </a:accent5>
      <a:accent6>
        <a:srgbClr val="FFFFFF"/>
      </a:accent6>
      <a:hlink>
        <a:srgbClr val="2B3D2D"/>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6.xml><?xml version="1.0" encoding="utf-8"?>
<a:theme xmlns:a="http://schemas.openxmlformats.org/drawingml/2006/main" name="Corporate Sustainability by Slidesgo">
  <a:themeElements>
    <a:clrScheme name="Simple Light">
      <a:dk1>
        <a:srgbClr val="2B3D2D"/>
      </a:dk1>
      <a:lt1>
        <a:srgbClr val="EBE8DE"/>
      </a:lt1>
      <a:dk2>
        <a:srgbClr val="365F3C"/>
      </a:dk2>
      <a:lt2>
        <a:srgbClr val="EEEEEE"/>
      </a:lt2>
      <a:accent1>
        <a:srgbClr val="FFFFFF"/>
      </a:accent1>
      <a:accent2>
        <a:srgbClr val="FFFFFF"/>
      </a:accent2>
      <a:accent3>
        <a:srgbClr val="FFFFFF"/>
      </a:accent3>
      <a:accent4>
        <a:srgbClr val="FFFFFF"/>
      </a:accent4>
      <a:accent5>
        <a:srgbClr val="FFFFFF"/>
      </a:accent5>
      <a:accent6>
        <a:srgbClr val="FFFFFF"/>
      </a:accent6>
      <a:hlink>
        <a:srgbClr val="2B3D2D"/>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7.xml><?xml version="1.0" encoding="utf-8"?>
<a:theme xmlns:a="http://schemas.openxmlformats.org/drawingml/2006/main" name="Corporate Sustainability by Slidesgo">
  <a:themeElements>
    <a:clrScheme name="Simple Light">
      <a:dk1>
        <a:srgbClr val="2B3D2D"/>
      </a:dk1>
      <a:lt1>
        <a:srgbClr val="EBE8DE"/>
      </a:lt1>
      <a:dk2>
        <a:srgbClr val="365F3C"/>
      </a:dk2>
      <a:lt2>
        <a:srgbClr val="EEEEEE"/>
      </a:lt2>
      <a:accent1>
        <a:srgbClr val="FFFFFF"/>
      </a:accent1>
      <a:accent2>
        <a:srgbClr val="FFFFFF"/>
      </a:accent2>
      <a:accent3>
        <a:srgbClr val="FFFFFF"/>
      </a:accent3>
      <a:accent4>
        <a:srgbClr val="FFFFFF"/>
      </a:accent4>
      <a:accent5>
        <a:srgbClr val="FFFFFF"/>
      </a:accent5>
      <a:accent6>
        <a:srgbClr val="FFFFFF"/>
      </a:accent6>
      <a:hlink>
        <a:srgbClr val="2B3D2D"/>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8.xml><?xml version="1.0" encoding="utf-8"?>
<a:theme xmlns:a="http://schemas.openxmlformats.org/drawingml/2006/main" name="Corporate Sustainability by Slidesgo">
  <a:themeElements>
    <a:clrScheme name="Simple Light">
      <a:dk1>
        <a:srgbClr val="2B3D2D"/>
      </a:dk1>
      <a:lt1>
        <a:srgbClr val="EBE8DE"/>
      </a:lt1>
      <a:dk2>
        <a:srgbClr val="365F3C"/>
      </a:dk2>
      <a:lt2>
        <a:srgbClr val="EEEEEE"/>
      </a:lt2>
      <a:accent1>
        <a:srgbClr val="FFFFFF"/>
      </a:accent1>
      <a:accent2>
        <a:srgbClr val="FFFFFF"/>
      </a:accent2>
      <a:accent3>
        <a:srgbClr val="FFFFFF"/>
      </a:accent3>
      <a:accent4>
        <a:srgbClr val="FFFFFF"/>
      </a:accent4>
      <a:accent5>
        <a:srgbClr val="FFFFFF"/>
      </a:accent5>
      <a:accent6>
        <a:srgbClr val="FFFFFF"/>
      </a:accent6>
      <a:hlink>
        <a:srgbClr val="2B3D2D"/>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9.xml><?xml version="1.0" encoding="utf-8"?>
<a:theme xmlns:a="http://schemas.openxmlformats.org/drawingml/2006/main" name="Corporate Sustainability by Slidesgo">
  <a:themeElements>
    <a:clrScheme name="Simple Light">
      <a:dk1>
        <a:srgbClr val="2B3D2D"/>
      </a:dk1>
      <a:lt1>
        <a:srgbClr val="EBE8DE"/>
      </a:lt1>
      <a:dk2>
        <a:srgbClr val="365F3C"/>
      </a:dk2>
      <a:lt2>
        <a:srgbClr val="EEEEEE"/>
      </a:lt2>
      <a:accent1>
        <a:srgbClr val="FFFFFF"/>
      </a:accent1>
      <a:accent2>
        <a:srgbClr val="FFFFFF"/>
      </a:accent2>
      <a:accent3>
        <a:srgbClr val="FFFFFF"/>
      </a:accent3>
      <a:accent4>
        <a:srgbClr val="FFFFFF"/>
      </a:accent4>
      <a:accent5>
        <a:srgbClr val="FFFFFF"/>
      </a:accent5>
      <a:accent6>
        <a:srgbClr val="FFFFFF"/>
      </a:accent6>
      <a:hlink>
        <a:srgbClr val="2B3D2D"/>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0.xml><?xml version="1.0" encoding="utf-8"?>
<a:theme xmlns:a="http://schemas.openxmlformats.org/drawingml/2006/main" name="Corporate Sustainability by Slidesgo">
  <a:themeElements>
    <a:clrScheme name="Simple Light">
      <a:dk1>
        <a:srgbClr val="2B3D2D"/>
      </a:dk1>
      <a:lt1>
        <a:srgbClr val="EBE8DE"/>
      </a:lt1>
      <a:dk2>
        <a:srgbClr val="365F3C"/>
      </a:dk2>
      <a:lt2>
        <a:srgbClr val="EEEEEE"/>
      </a:lt2>
      <a:accent1>
        <a:srgbClr val="FFFFFF"/>
      </a:accent1>
      <a:accent2>
        <a:srgbClr val="FFFFFF"/>
      </a:accent2>
      <a:accent3>
        <a:srgbClr val="FFFFFF"/>
      </a:accent3>
      <a:accent4>
        <a:srgbClr val="FFFFFF"/>
      </a:accent4>
      <a:accent5>
        <a:srgbClr val="FFFFFF"/>
      </a:accent5>
      <a:accent6>
        <a:srgbClr val="FFFFFF"/>
      </a:accent6>
      <a:hlink>
        <a:srgbClr val="2B3D2D"/>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1.xml><?xml version="1.0" encoding="utf-8"?>
<a:theme xmlns:a="http://schemas.openxmlformats.org/drawingml/2006/main" name="Corporate Sustainability by Slidesgo">
  <a:themeElements>
    <a:clrScheme name="Simple Light">
      <a:dk1>
        <a:srgbClr val="2B3D2D"/>
      </a:dk1>
      <a:lt1>
        <a:srgbClr val="EBE8DE"/>
      </a:lt1>
      <a:dk2>
        <a:srgbClr val="365F3C"/>
      </a:dk2>
      <a:lt2>
        <a:srgbClr val="EEEEEE"/>
      </a:lt2>
      <a:accent1>
        <a:srgbClr val="FFFFFF"/>
      </a:accent1>
      <a:accent2>
        <a:srgbClr val="FFFFFF"/>
      </a:accent2>
      <a:accent3>
        <a:srgbClr val="FFFFFF"/>
      </a:accent3>
      <a:accent4>
        <a:srgbClr val="FFFFFF"/>
      </a:accent4>
      <a:accent5>
        <a:srgbClr val="FFFFFF"/>
      </a:accent5>
      <a:accent6>
        <a:srgbClr val="FFFFFF"/>
      </a:accent6>
      <a:hlink>
        <a:srgbClr val="2B3D2D"/>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2.xml><?xml version="1.0" encoding="utf-8"?>
<a:theme xmlns:a="http://schemas.openxmlformats.org/drawingml/2006/main" name="Corporate Sustainability by Slidesgo">
  <a:themeElements>
    <a:clrScheme name="Simple Light">
      <a:dk1>
        <a:srgbClr val="2B3D2D"/>
      </a:dk1>
      <a:lt1>
        <a:srgbClr val="EBE8DE"/>
      </a:lt1>
      <a:dk2>
        <a:srgbClr val="365F3C"/>
      </a:dk2>
      <a:lt2>
        <a:srgbClr val="EEEEEE"/>
      </a:lt2>
      <a:accent1>
        <a:srgbClr val="FFFFFF"/>
      </a:accent1>
      <a:accent2>
        <a:srgbClr val="FFFFFF"/>
      </a:accent2>
      <a:accent3>
        <a:srgbClr val="FFFFFF"/>
      </a:accent3>
      <a:accent4>
        <a:srgbClr val="FFFFFF"/>
      </a:accent4>
      <a:accent5>
        <a:srgbClr val="FFFFFF"/>
      </a:accent5>
      <a:accent6>
        <a:srgbClr val="FFFFFF"/>
      </a:accent6>
      <a:hlink>
        <a:srgbClr val="2B3D2D"/>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3.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4.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5.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TotalTime>
  <Words>558</Words>
  <Application>Microsoft Office PowerPoint</Application>
  <PresentationFormat>On-screen Show (16:9)</PresentationFormat>
  <Paragraphs>43</Paragraphs>
  <Slides>16</Slides>
  <Notes>0</Notes>
  <HiddenSlides>0</HiddenSlides>
  <MMClips>0</MMClips>
  <ScaleCrop>false</ScaleCrop>
  <HeadingPairs>
    <vt:vector size="6" baseType="variant">
      <vt:variant>
        <vt:lpstr>Fonts Used</vt:lpstr>
      </vt:variant>
      <vt:variant>
        <vt:i4>8</vt:i4>
      </vt:variant>
      <vt:variant>
        <vt:lpstr>Theme</vt:lpstr>
      </vt:variant>
      <vt:variant>
        <vt:i4>25</vt:i4>
      </vt:variant>
      <vt:variant>
        <vt:lpstr>Slide Titles</vt:lpstr>
      </vt:variant>
      <vt:variant>
        <vt:i4>16</vt:i4>
      </vt:variant>
    </vt:vector>
  </HeadingPairs>
  <TitlesOfParts>
    <vt:vector size="49" baseType="lpstr">
      <vt:lpstr>Arial</vt:lpstr>
      <vt:lpstr>Arial Unicode MS</vt:lpstr>
      <vt:lpstr>Carattere</vt:lpstr>
      <vt:lpstr>Manrope</vt:lpstr>
      <vt:lpstr>Open Sans</vt:lpstr>
      <vt:lpstr>OpenSymbol</vt:lpstr>
      <vt:lpstr>Symbol</vt:lpstr>
      <vt:lpstr>Wingdings</vt:lpstr>
      <vt:lpstr>Corporate Sustainability by Slidesgo</vt:lpstr>
      <vt:lpstr>Corporate Sustainability by Slidesgo</vt:lpstr>
      <vt:lpstr>Corporate Sustainability by Slidesgo</vt:lpstr>
      <vt:lpstr>Corporate Sustainability by Slidesgo</vt:lpstr>
      <vt:lpstr>Corporate Sustainability by Slidesgo</vt:lpstr>
      <vt:lpstr>Corporate Sustainability by Slidesgo</vt:lpstr>
      <vt:lpstr>Corporate Sustainability by Slidesgo</vt:lpstr>
      <vt:lpstr>Corporate Sustainability by Slidesgo</vt:lpstr>
      <vt:lpstr>Corporate Sustainability by Slidesgo</vt:lpstr>
      <vt:lpstr>Corporate Sustainability by Slidesgo</vt:lpstr>
      <vt:lpstr>Corporate Sustainability by Slidesgo</vt:lpstr>
      <vt:lpstr>Corporate Sustainability by Slidesgo</vt:lpstr>
      <vt:lpstr>Corporate Sustainability by Slidesgo</vt:lpstr>
      <vt:lpstr>Corporate Sustainability by Slidesgo</vt:lpstr>
      <vt:lpstr>Corporate Sustainability by Slidesgo</vt:lpstr>
      <vt:lpstr>Corporate Sustainability by Slidesgo</vt:lpstr>
      <vt:lpstr>Corporate Sustainability by Slidesgo</vt:lpstr>
      <vt:lpstr>Corporate Sustainability by Slidesgo</vt:lpstr>
      <vt:lpstr>Corporate Sustainability by Slidesgo</vt:lpstr>
      <vt:lpstr>Corporate Sustainability by Slidesgo</vt:lpstr>
      <vt:lpstr>Corporate Sustainability by Slidesgo</vt:lpstr>
      <vt:lpstr>Corporate Sustainability by Slidesgo</vt:lpstr>
      <vt:lpstr>Slidesgo Final Pages</vt:lpstr>
      <vt:lpstr>Slidesgo Final Pages</vt:lpstr>
      <vt:lpstr>Slidesgo Final Pages</vt:lpstr>
      <vt:lpstr>Converting PDF to Audio</vt:lpstr>
      <vt:lpstr>Introduction</vt:lpstr>
      <vt:lpstr>PDF Reader</vt:lpstr>
      <vt:lpstr>Overview of PDF Reader Library</vt:lpstr>
      <vt:lpstr>Installation and Setup</vt:lpstr>
      <vt:lpstr>Basic Usage and Features</vt:lpstr>
      <vt:lpstr>Text-to-Speech Conversion</vt:lpstr>
      <vt:lpstr>Introduction to gTTS</vt:lpstr>
      <vt:lpstr>Integrating gTTS with PDF Reader</vt:lpstr>
      <vt:lpstr>Saving Audio Files</vt:lpstr>
      <vt:lpstr>Audio Processing</vt:lpstr>
      <vt:lpstr>Using PyDub for Audio Manipulation</vt:lpstr>
      <vt:lpstr>Editing and Enhancements</vt:lpstr>
      <vt:lpstr>Exporting Final Audio Formats</vt:lpstr>
      <vt:lpstr>Conclusions</vt:lpstr>
      <vt:lpstr>Thank you!</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Jayakrishna</dc:creator>
  <cp:lastModifiedBy>gudesrikrishna14@outlook.com</cp:lastModifiedBy>
  <cp:revision>1</cp:revision>
  <dcterms:modified xsi:type="dcterms:W3CDTF">2025-04-30T12:52:11Z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2025-04-30T12:40:41Z</dcterms:created>
  <dc:creator>Unknown Creator</dc:creator>
  <dc:description/>
  <dc:language>en-US</dc:language>
  <cp:lastModifiedBy>Unknown Creator</cp:lastModifiedBy>
  <dcterms:modified xsi:type="dcterms:W3CDTF">2025-04-30T12:40:41Z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16</vt:r8>
  </property>
</Properties>
</file>